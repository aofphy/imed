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3"/>
  </p:notesMasterIdLst>
  <p:sldIdLst>
    <p:sldId id="256" r:id="rId2"/>
  </p:sldIdLst>
  <p:sldSz cx="28800425" cy="50399950"/>
  <p:notesSz cx="6858000" cy="9144000"/>
  <p:defaultTextStyle>
    <a:defPPr>
      <a:defRPr lang="th-TH"/>
    </a:defPPr>
    <a:lvl1pPr marL="0" algn="l" defTabSz="1927555" rtl="0" eaLnBrk="1" latinLnBrk="0" hangingPunct="1">
      <a:defRPr sz="5902" kern="1200">
        <a:solidFill>
          <a:schemeClr val="tx1"/>
        </a:solidFill>
        <a:latin typeface="+mn-lt"/>
        <a:ea typeface="+mn-ea"/>
        <a:cs typeface="+mn-cs"/>
      </a:defRPr>
    </a:lvl1pPr>
    <a:lvl2pPr marL="963777" algn="l" defTabSz="1927555" rtl="0" eaLnBrk="1" latinLnBrk="0" hangingPunct="1">
      <a:defRPr sz="5902" kern="1200">
        <a:solidFill>
          <a:schemeClr val="tx1"/>
        </a:solidFill>
        <a:latin typeface="+mn-lt"/>
        <a:ea typeface="+mn-ea"/>
        <a:cs typeface="+mn-cs"/>
      </a:defRPr>
    </a:lvl2pPr>
    <a:lvl3pPr marL="1927555" algn="l" defTabSz="1927555" rtl="0" eaLnBrk="1" latinLnBrk="0" hangingPunct="1">
      <a:defRPr sz="5902" kern="1200">
        <a:solidFill>
          <a:schemeClr val="tx1"/>
        </a:solidFill>
        <a:latin typeface="+mn-lt"/>
        <a:ea typeface="+mn-ea"/>
        <a:cs typeface="+mn-cs"/>
      </a:defRPr>
    </a:lvl3pPr>
    <a:lvl4pPr marL="2891332" algn="l" defTabSz="1927555" rtl="0" eaLnBrk="1" latinLnBrk="0" hangingPunct="1">
      <a:defRPr sz="5902" kern="1200">
        <a:solidFill>
          <a:schemeClr val="tx1"/>
        </a:solidFill>
        <a:latin typeface="+mn-lt"/>
        <a:ea typeface="+mn-ea"/>
        <a:cs typeface="+mn-cs"/>
      </a:defRPr>
    </a:lvl4pPr>
    <a:lvl5pPr marL="3855108" algn="l" defTabSz="1927555" rtl="0" eaLnBrk="1" latinLnBrk="0" hangingPunct="1">
      <a:defRPr sz="5902" kern="1200">
        <a:solidFill>
          <a:schemeClr val="tx1"/>
        </a:solidFill>
        <a:latin typeface="+mn-lt"/>
        <a:ea typeface="+mn-ea"/>
        <a:cs typeface="+mn-cs"/>
      </a:defRPr>
    </a:lvl5pPr>
    <a:lvl6pPr marL="4818886" algn="l" defTabSz="1927555" rtl="0" eaLnBrk="1" latinLnBrk="0" hangingPunct="1">
      <a:defRPr sz="5902" kern="1200">
        <a:solidFill>
          <a:schemeClr val="tx1"/>
        </a:solidFill>
        <a:latin typeface="+mn-lt"/>
        <a:ea typeface="+mn-ea"/>
        <a:cs typeface="+mn-cs"/>
      </a:defRPr>
    </a:lvl6pPr>
    <a:lvl7pPr marL="5782663" algn="l" defTabSz="1927555" rtl="0" eaLnBrk="1" latinLnBrk="0" hangingPunct="1">
      <a:defRPr sz="5902" kern="1200">
        <a:solidFill>
          <a:schemeClr val="tx1"/>
        </a:solidFill>
        <a:latin typeface="+mn-lt"/>
        <a:ea typeface="+mn-ea"/>
        <a:cs typeface="+mn-cs"/>
      </a:defRPr>
    </a:lvl7pPr>
    <a:lvl8pPr marL="6746440" algn="l" defTabSz="1927555" rtl="0" eaLnBrk="1" latinLnBrk="0" hangingPunct="1">
      <a:defRPr sz="5902" kern="1200">
        <a:solidFill>
          <a:schemeClr val="tx1"/>
        </a:solidFill>
        <a:latin typeface="+mn-lt"/>
        <a:ea typeface="+mn-ea"/>
        <a:cs typeface="+mn-cs"/>
      </a:defRPr>
    </a:lvl8pPr>
    <a:lvl9pPr marL="7710217" algn="l" defTabSz="1927555" rtl="0" eaLnBrk="1" latinLnBrk="0" hangingPunct="1">
      <a:defRPr sz="5902"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35C5F"/>
    <a:srgbClr val="F0959D"/>
    <a:srgbClr val="502944"/>
    <a:srgbClr val="D97F3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243"/>
    <p:restoredTop sz="94658"/>
  </p:normalViewPr>
  <p:slideViewPr>
    <p:cSldViewPr snapToGrid="0">
      <p:cViewPr>
        <p:scale>
          <a:sx n="35" d="100"/>
          <a:sy n="35" d="100"/>
        </p:scale>
        <p:origin x="1032" y="1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TH"/>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42FC629-5002-004B-98A6-11F4F05228F2}" type="datetimeFigureOut">
              <a:rPr lang="en-TH" smtClean="0"/>
              <a:t>10/10/2025 R</a:t>
            </a:fld>
            <a:endParaRPr lang="en-TH"/>
          </a:p>
        </p:txBody>
      </p:sp>
      <p:sp>
        <p:nvSpPr>
          <p:cNvPr id="4" name="Slide Image Placeholder 3"/>
          <p:cNvSpPr>
            <a:spLocks noGrp="1" noRot="1" noChangeAspect="1"/>
          </p:cNvSpPr>
          <p:nvPr>
            <p:ph type="sldImg" idx="2"/>
          </p:nvPr>
        </p:nvSpPr>
        <p:spPr>
          <a:xfrm>
            <a:off x="2547938" y="1143000"/>
            <a:ext cx="1762125" cy="3086100"/>
          </a:xfrm>
          <a:prstGeom prst="rect">
            <a:avLst/>
          </a:prstGeom>
          <a:noFill/>
          <a:ln w="12700">
            <a:solidFill>
              <a:prstClr val="black"/>
            </a:solidFill>
          </a:ln>
        </p:spPr>
        <p:txBody>
          <a:bodyPr vert="horz" lIns="91440" tIns="45720" rIns="91440" bIns="45720" rtlCol="0" anchor="ctr"/>
          <a:lstStyle/>
          <a:p>
            <a:endParaRPr lang="en-TH"/>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H"/>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TH"/>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B78AB8C-C74F-D045-909F-411BBF3A24AE}" type="slidenum">
              <a:rPr lang="en-TH" smtClean="0"/>
              <a:t>‹#›</a:t>
            </a:fld>
            <a:endParaRPr lang="en-TH"/>
          </a:p>
        </p:txBody>
      </p:sp>
    </p:spTree>
    <p:extLst>
      <p:ext uri="{BB962C8B-B14F-4D97-AF65-F5344CB8AC3E}">
        <p14:creationId xmlns:p14="http://schemas.microsoft.com/office/powerpoint/2010/main" val="1311448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TH" dirty="0"/>
          </a:p>
        </p:txBody>
      </p:sp>
      <p:sp>
        <p:nvSpPr>
          <p:cNvPr id="4" name="Slide Number Placeholder 3"/>
          <p:cNvSpPr>
            <a:spLocks noGrp="1"/>
          </p:cNvSpPr>
          <p:nvPr>
            <p:ph type="sldNum" sz="quarter" idx="5"/>
          </p:nvPr>
        </p:nvSpPr>
        <p:spPr/>
        <p:txBody>
          <a:bodyPr/>
          <a:lstStyle/>
          <a:p>
            <a:fld id="{EB78AB8C-C74F-D045-909F-411BBF3A24AE}" type="slidenum">
              <a:rPr lang="en-TH" smtClean="0"/>
              <a:t>1</a:t>
            </a:fld>
            <a:endParaRPr lang="en-TH"/>
          </a:p>
        </p:txBody>
      </p:sp>
    </p:spTree>
    <p:extLst>
      <p:ext uri="{BB962C8B-B14F-4D97-AF65-F5344CB8AC3E}">
        <p14:creationId xmlns:p14="http://schemas.microsoft.com/office/powerpoint/2010/main" val="37376941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160032" y="8248329"/>
            <a:ext cx="24480361" cy="17546649"/>
          </a:xfrm>
        </p:spPr>
        <p:txBody>
          <a:bodyPr anchor="b"/>
          <a:lstStyle>
            <a:lvl1pPr algn="ctr">
              <a:defRPr sz="18898"/>
            </a:lvl1pPr>
          </a:lstStyle>
          <a:p>
            <a:r>
              <a:rPr lang="en-US"/>
              <a:t>Click to edit Master title style</a:t>
            </a:r>
            <a:endParaRPr lang="en-US" dirty="0"/>
          </a:p>
        </p:txBody>
      </p:sp>
      <p:sp>
        <p:nvSpPr>
          <p:cNvPr id="3" name="Subtitle 2"/>
          <p:cNvSpPr>
            <a:spLocks noGrp="1"/>
          </p:cNvSpPr>
          <p:nvPr>
            <p:ph type="subTitle" idx="1"/>
          </p:nvPr>
        </p:nvSpPr>
        <p:spPr>
          <a:xfrm>
            <a:off x="3600053" y="26471644"/>
            <a:ext cx="21600319" cy="12168318"/>
          </a:xfrm>
        </p:spPr>
        <p:txBody>
          <a:bodyPr/>
          <a:lstStyle>
            <a:lvl1pPr marL="0" indent="0" algn="ctr">
              <a:buNone/>
              <a:defRPr sz="7559"/>
            </a:lvl1pPr>
            <a:lvl2pPr marL="1440043" indent="0" algn="ctr">
              <a:buNone/>
              <a:defRPr sz="6299"/>
            </a:lvl2pPr>
            <a:lvl3pPr marL="2880086" indent="0" algn="ctr">
              <a:buNone/>
              <a:defRPr sz="5669"/>
            </a:lvl3pPr>
            <a:lvl4pPr marL="4320129" indent="0" algn="ctr">
              <a:buNone/>
              <a:defRPr sz="5040"/>
            </a:lvl4pPr>
            <a:lvl5pPr marL="5760171" indent="0" algn="ctr">
              <a:buNone/>
              <a:defRPr sz="5040"/>
            </a:lvl5pPr>
            <a:lvl6pPr marL="7200214" indent="0" algn="ctr">
              <a:buNone/>
              <a:defRPr sz="5040"/>
            </a:lvl6pPr>
            <a:lvl7pPr marL="8640257" indent="0" algn="ctr">
              <a:buNone/>
              <a:defRPr sz="5040"/>
            </a:lvl7pPr>
            <a:lvl8pPr marL="10080300" indent="0" algn="ctr">
              <a:buNone/>
              <a:defRPr sz="5040"/>
            </a:lvl8pPr>
            <a:lvl9pPr marL="11520343" indent="0" algn="ctr">
              <a:buNone/>
              <a:defRPr sz="504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3734172-DBEA-4189-8907-DA8847A8CF28}" type="datetimeFigureOut">
              <a:rPr lang="th-TH" smtClean="0"/>
              <a:t>10/10/68</a:t>
            </a:fld>
            <a:endParaRPr lang="th-TH"/>
          </a:p>
        </p:txBody>
      </p:sp>
      <p:sp>
        <p:nvSpPr>
          <p:cNvPr id="5" name="Footer Placeholder 4"/>
          <p:cNvSpPr>
            <a:spLocks noGrp="1"/>
          </p:cNvSpPr>
          <p:nvPr>
            <p:ph type="ftr" sz="quarter" idx="11"/>
          </p:nvPr>
        </p:nvSpPr>
        <p:spPr/>
        <p:txBody>
          <a:bodyPr/>
          <a:lstStyle/>
          <a:p>
            <a:endParaRPr lang="th-TH"/>
          </a:p>
        </p:txBody>
      </p:sp>
      <p:sp>
        <p:nvSpPr>
          <p:cNvPr id="6" name="Slide Number Placeholder 5"/>
          <p:cNvSpPr>
            <a:spLocks noGrp="1"/>
          </p:cNvSpPr>
          <p:nvPr>
            <p:ph type="sldNum" sz="quarter" idx="12"/>
          </p:nvPr>
        </p:nvSpPr>
        <p:spPr/>
        <p:txBody>
          <a:bodyPr/>
          <a:lstStyle/>
          <a:p>
            <a:fld id="{86F352BC-6E81-43D6-A793-1FBD54FE8E05}" type="slidenum">
              <a:rPr lang="th-TH" smtClean="0"/>
              <a:t>‹#›</a:t>
            </a:fld>
            <a:endParaRPr lang="th-TH"/>
          </a:p>
        </p:txBody>
      </p:sp>
    </p:spTree>
    <p:extLst>
      <p:ext uri="{BB962C8B-B14F-4D97-AF65-F5344CB8AC3E}">
        <p14:creationId xmlns:p14="http://schemas.microsoft.com/office/powerpoint/2010/main" val="40291379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3734172-DBEA-4189-8907-DA8847A8CF28}" type="datetimeFigureOut">
              <a:rPr lang="th-TH" smtClean="0"/>
              <a:t>10/10/68</a:t>
            </a:fld>
            <a:endParaRPr lang="th-TH"/>
          </a:p>
        </p:txBody>
      </p:sp>
      <p:sp>
        <p:nvSpPr>
          <p:cNvPr id="5" name="Footer Placeholder 4"/>
          <p:cNvSpPr>
            <a:spLocks noGrp="1"/>
          </p:cNvSpPr>
          <p:nvPr>
            <p:ph type="ftr" sz="quarter" idx="11"/>
          </p:nvPr>
        </p:nvSpPr>
        <p:spPr/>
        <p:txBody>
          <a:bodyPr/>
          <a:lstStyle/>
          <a:p>
            <a:endParaRPr lang="th-TH"/>
          </a:p>
        </p:txBody>
      </p:sp>
      <p:sp>
        <p:nvSpPr>
          <p:cNvPr id="6" name="Slide Number Placeholder 5"/>
          <p:cNvSpPr>
            <a:spLocks noGrp="1"/>
          </p:cNvSpPr>
          <p:nvPr>
            <p:ph type="sldNum" sz="quarter" idx="12"/>
          </p:nvPr>
        </p:nvSpPr>
        <p:spPr/>
        <p:txBody>
          <a:bodyPr/>
          <a:lstStyle/>
          <a:p>
            <a:fld id="{86F352BC-6E81-43D6-A793-1FBD54FE8E05}" type="slidenum">
              <a:rPr lang="th-TH" smtClean="0"/>
              <a:t>‹#›</a:t>
            </a:fld>
            <a:endParaRPr lang="th-TH"/>
          </a:p>
        </p:txBody>
      </p:sp>
    </p:spTree>
    <p:extLst>
      <p:ext uri="{BB962C8B-B14F-4D97-AF65-F5344CB8AC3E}">
        <p14:creationId xmlns:p14="http://schemas.microsoft.com/office/powerpoint/2010/main" val="25510341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965030" y="12565002"/>
            <a:ext cx="24840367" cy="20964976"/>
          </a:xfrm>
        </p:spPr>
        <p:txBody>
          <a:bodyPr anchor="b"/>
          <a:lstStyle>
            <a:lvl1pPr>
              <a:defRPr sz="18898"/>
            </a:lvl1pPr>
          </a:lstStyle>
          <a:p>
            <a:r>
              <a:rPr lang="en-US"/>
              <a:t>Click to edit Master title style</a:t>
            </a:r>
            <a:endParaRPr lang="en-US" dirty="0"/>
          </a:p>
        </p:txBody>
      </p:sp>
      <p:sp>
        <p:nvSpPr>
          <p:cNvPr id="3" name="Text Placeholder 2"/>
          <p:cNvSpPr>
            <a:spLocks noGrp="1"/>
          </p:cNvSpPr>
          <p:nvPr>
            <p:ph type="body" idx="1"/>
          </p:nvPr>
        </p:nvSpPr>
        <p:spPr>
          <a:xfrm>
            <a:off x="1965030" y="33728315"/>
            <a:ext cx="24840367" cy="11024985"/>
          </a:xfrm>
        </p:spPr>
        <p:txBody>
          <a:bodyPr/>
          <a:lstStyle>
            <a:lvl1pPr marL="0" indent="0">
              <a:buNone/>
              <a:defRPr sz="7559">
                <a:solidFill>
                  <a:schemeClr val="tx1"/>
                </a:solidFill>
              </a:defRPr>
            </a:lvl1pPr>
            <a:lvl2pPr marL="1440043" indent="0">
              <a:buNone/>
              <a:defRPr sz="6299">
                <a:solidFill>
                  <a:schemeClr val="tx1">
                    <a:tint val="75000"/>
                  </a:schemeClr>
                </a:solidFill>
              </a:defRPr>
            </a:lvl2pPr>
            <a:lvl3pPr marL="2880086" indent="0">
              <a:buNone/>
              <a:defRPr sz="5669">
                <a:solidFill>
                  <a:schemeClr val="tx1">
                    <a:tint val="75000"/>
                  </a:schemeClr>
                </a:solidFill>
              </a:defRPr>
            </a:lvl3pPr>
            <a:lvl4pPr marL="4320129" indent="0">
              <a:buNone/>
              <a:defRPr sz="5040">
                <a:solidFill>
                  <a:schemeClr val="tx1">
                    <a:tint val="75000"/>
                  </a:schemeClr>
                </a:solidFill>
              </a:defRPr>
            </a:lvl4pPr>
            <a:lvl5pPr marL="5760171" indent="0">
              <a:buNone/>
              <a:defRPr sz="5040">
                <a:solidFill>
                  <a:schemeClr val="tx1">
                    <a:tint val="75000"/>
                  </a:schemeClr>
                </a:solidFill>
              </a:defRPr>
            </a:lvl5pPr>
            <a:lvl6pPr marL="7200214" indent="0">
              <a:buNone/>
              <a:defRPr sz="5040">
                <a:solidFill>
                  <a:schemeClr val="tx1">
                    <a:tint val="75000"/>
                  </a:schemeClr>
                </a:solidFill>
              </a:defRPr>
            </a:lvl6pPr>
            <a:lvl7pPr marL="8640257" indent="0">
              <a:buNone/>
              <a:defRPr sz="5040">
                <a:solidFill>
                  <a:schemeClr val="tx1">
                    <a:tint val="75000"/>
                  </a:schemeClr>
                </a:solidFill>
              </a:defRPr>
            </a:lvl7pPr>
            <a:lvl8pPr marL="10080300" indent="0">
              <a:buNone/>
              <a:defRPr sz="5040">
                <a:solidFill>
                  <a:schemeClr val="tx1">
                    <a:tint val="75000"/>
                  </a:schemeClr>
                </a:solidFill>
              </a:defRPr>
            </a:lvl8pPr>
            <a:lvl9pPr marL="11520343" indent="0">
              <a:buNone/>
              <a:defRPr sz="504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3734172-DBEA-4189-8907-DA8847A8CF28}" type="datetimeFigureOut">
              <a:rPr lang="th-TH" smtClean="0"/>
              <a:t>10/10/68</a:t>
            </a:fld>
            <a:endParaRPr lang="th-TH"/>
          </a:p>
        </p:txBody>
      </p:sp>
      <p:sp>
        <p:nvSpPr>
          <p:cNvPr id="5" name="Footer Placeholder 4"/>
          <p:cNvSpPr>
            <a:spLocks noGrp="1"/>
          </p:cNvSpPr>
          <p:nvPr>
            <p:ph type="ftr" sz="quarter" idx="11"/>
          </p:nvPr>
        </p:nvSpPr>
        <p:spPr/>
        <p:txBody>
          <a:bodyPr/>
          <a:lstStyle/>
          <a:p>
            <a:endParaRPr lang="th-TH"/>
          </a:p>
        </p:txBody>
      </p:sp>
      <p:sp>
        <p:nvSpPr>
          <p:cNvPr id="6" name="Slide Number Placeholder 5"/>
          <p:cNvSpPr>
            <a:spLocks noGrp="1"/>
          </p:cNvSpPr>
          <p:nvPr>
            <p:ph type="sldNum" sz="quarter" idx="12"/>
          </p:nvPr>
        </p:nvSpPr>
        <p:spPr/>
        <p:txBody>
          <a:bodyPr/>
          <a:lstStyle/>
          <a:p>
            <a:fld id="{86F352BC-6E81-43D6-A793-1FBD54FE8E05}" type="slidenum">
              <a:rPr lang="th-TH" smtClean="0"/>
              <a:t>‹#›</a:t>
            </a:fld>
            <a:endParaRPr lang="th-TH"/>
          </a:p>
        </p:txBody>
      </p:sp>
    </p:spTree>
    <p:extLst>
      <p:ext uri="{BB962C8B-B14F-4D97-AF65-F5344CB8AC3E}">
        <p14:creationId xmlns:p14="http://schemas.microsoft.com/office/powerpoint/2010/main" val="17644867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980029" y="13416653"/>
            <a:ext cx="12240181" cy="3197830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4580215" y="13416653"/>
            <a:ext cx="12240181" cy="3197830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3734172-DBEA-4189-8907-DA8847A8CF28}" type="datetimeFigureOut">
              <a:rPr lang="th-TH" smtClean="0"/>
              <a:t>10/10/68</a:t>
            </a:fld>
            <a:endParaRPr lang="th-TH"/>
          </a:p>
        </p:txBody>
      </p:sp>
      <p:sp>
        <p:nvSpPr>
          <p:cNvPr id="6" name="Footer Placeholder 5"/>
          <p:cNvSpPr>
            <a:spLocks noGrp="1"/>
          </p:cNvSpPr>
          <p:nvPr>
            <p:ph type="ftr" sz="quarter" idx="11"/>
          </p:nvPr>
        </p:nvSpPr>
        <p:spPr/>
        <p:txBody>
          <a:bodyPr/>
          <a:lstStyle/>
          <a:p>
            <a:endParaRPr lang="th-TH"/>
          </a:p>
        </p:txBody>
      </p:sp>
      <p:sp>
        <p:nvSpPr>
          <p:cNvPr id="7" name="Slide Number Placeholder 6"/>
          <p:cNvSpPr>
            <a:spLocks noGrp="1"/>
          </p:cNvSpPr>
          <p:nvPr>
            <p:ph type="sldNum" sz="quarter" idx="12"/>
          </p:nvPr>
        </p:nvSpPr>
        <p:spPr/>
        <p:txBody>
          <a:bodyPr/>
          <a:lstStyle/>
          <a:p>
            <a:fld id="{86F352BC-6E81-43D6-A793-1FBD54FE8E05}" type="slidenum">
              <a:rPr lang="th-TH" smtClean="0"/>
              <a:t>‹#›</a:t>
            </a:fld>
            <a:endParaRPr lang="th-TH"/>
          </a:p>
        </p:txBody>
      </p:sp>
    </p:spTree>
    <p:extLst>
      <p:ext uri="{BB962C8B-B14F-4D97-AF65-F5344CB8AC3E}">
        <p14:creationId xmlns:p14="http://schemas.microsoft.com/office/powerpoint/2010/main" val="29985988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983780" y="2683342"/>
            <a:ext cx="24840367" cy="97416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983784" y="12354992"/>
            <a:ext cx="12183928" cy="6054990"/>
          </a:xfrm>
        </p:spPr>
        <p:txBody>
          <a:bodyPr anchor="b"/>
          <a:lstStyle>
            <a:lvl1pPr marL="0" indent="0">
              <a:buNone/>
              <a:defRPr sz="7559" b="1"/>
            </a:lvl1pPr>
            <a:lvl2pPr marL="1440043" indent="0">
              <a:buNone/>
              <a:defRPr sz="6299" b="1"/>
            </a:lvl2pPr>
            <a:lvl3pPr marL="2880086" indent="0">
              <a:buNone/>
              <a:defRPr sz="5669" b="1"/>
            </a:lvl3pPr>
            <a:lvl4pPr marL="4320129" indent="0">
              <a:buNone/>
              <a:defRPr sz="5040" b="1"/>
            </a:lvl4pPr>
            <a:lvl5pPr marL="5760171" indent="0">
              <a:buNone/>
              <a:defRPr sz="5040" b="1"/>
            </a:lvl5pPr>
            <a:lvl6pPr marL="7200214" indent="0">
              <a:buNone/>
              <a:defRPr sz="5040" b="1"/>
            </a:lvl6pPr>
            <a:lvl7pPr marL="8640257" indent="0">
              <a:buNone/>
              <a:defRPr sz="5040" b="1"/>
            </a:lvl7pPr>
            <a:lvl8pPr marL="10080300" indent="0">
              <a:buNone/>
              <a:defRPr sz="5040" b="1"/>
            </a:lvl8pPr>
            <a:lvl9pPr marL="11520343" indent="0">
              <a:buNone/>
              <a:defRPr sz="5040" b="1"/>
            </a:lvl9pPr>
          </a:lstStyle>
          <a:p>
            <a:pPr lvl="0"/>
            <a:r>
              <a:rPr lang="en-US"/>
              <a:t>Edit Master text styles</a:t>
            </a:r>
          </a:p>
        </p:txBody>
      </p:sp>
      <p:sp>
        <p:nvSpPr>
          <p:cNvPr id="4" name="Content Placeholder 3"/>
          <p:cNvSpPr>
            <a:spLocks noGrp="1"/>
          </p:cNvSpPr>
          <p:nvPr>
            <p:ph sz="half" idx="2"/>
          </p:nvPr>
        </p:nvSpPr>
        <p:spPr>
          <a:xfrm>
            <a:off x="1983784" y="18409982"/>
            <a:ext cx="12183928" cy="2707831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4580217" y="12354992"/>
            <a:ext cx="12243932" cy="6054990"/>
          </a:xfrm>
        </p:spPr>
        <p:txBody>
          <a:bodyPr anchor="b"/>
          <a:lstStyle>
            <a:lvl1pPr marL="0" indent="0">
              <a:buNone/>
              <a:defRPr sz="7559" b="1"/>
            </a:lvl1pPr>
            <a:lvl2pPr marL="1440043" indent="0">
              <a:buNone/>
              <a:defRPr sz="6299" b="1"/>
            </a:lvl2pPr>
            <a:lvl3pPr marL="2880086" indent="0">
              <a:buNone/>
              <a:defRPr sz="5669" b="1"/>
            </a:lvl3pPr>
            <a:lvl4pPr marL="4320129" indent="0">
              <a:buNone/>
              <a:defRPr sz="5040" b="1"/>
            </a:lvl4pPr>
            <a:lvl5pPr marL="5760171" indent="0">
              <a:buNone/>
              <a:defRPr sz="5040" b="1"/>
            </a:lvl5pPr>
            <a:lvl6pPr marL="7200214" indent="0">
              <a:buNone/>
              <a:defRPr sz="5040" b="1"/>
            </a:lvl6pPr>
            <a:lvl7pPr marL="8640257" indent="0">
              <a:buNone/>
              <a:defRPr sz="5040" b="1"/>
            </a:lvl7pPr>
            <a:lvl8pPr marL="10080300" indent="0">
              <a:buNone/>
              <a:defRPr sz="5040" b="1"/>
            </a:lvl8pPr>
            <a:lvl9pPr marL="11520343" indent="0">
              <a:buNone/>
              <a:defRPr sz="5040" b="1"/>
            </a:lvl9pPr>
          </a:lstStyle>
          <a:p>
            <a:pPr lvl="0"/>
            <a:r>
              <a:rPr lang="en-US"/>
              <a:t>Edit Master text styles</a:t>
            </a:r>
          </a:p>
        </p:txBody>
      </p:sp>
      <p:sp>
        <p:nvSpPr>
          <p:cNvPr id="6" name="Content Placeholder 5"/>
          <p:cNvSpPr>
            <a:spLocks noGrp="1"/>
          </p:cNvSpPr>
          <p:nvPr>
            <p:ph sz="quarter" idx="4"/>
          </p:nvPr>
        </p:nvSpPr>
        <p:spPr>
          <a:xfrm>
            <a:off x="14580217" y="18409982"/>
            <a:ext cx="12243932" cy="2707831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3734172-DBEA-4189-8907-DA8847A8CF28}" type="datetimeFigureOut">
              <a:rPr lang="th-TH" smtClean="0"/>
              <a:t>10/10/68</a:t>
            </a:fld>
            <a:endParaRPr lang="th-TH"/>
          </a:p>
        </p:txBody>
      </p:sp>
      <p:sp>
        <p:nvSpPr>
          <p:cNvPr id="8" name="Footer Placeholder 7"/>
          <p:cNvSpPr>
            <a:spLocks noGrp="1"/>
          </p:cNvSpPr>
          <p:nvPr>
            <p:ph type="ftr" sz="quarter" idx="11"/>
          </p:nvPr>
        </p:nvSpPr>
        <p:spPr/>
        <p:txBody>
          <a:bodyPr/>
          <a:lstStyle/>
          <a:p>
            <a:endParaRPr lang="th-TH"/>
          </a:p>
        </p:txBody>
      </p:sp>
      <p:sp>
        <p:nvSpPr>
          <p:cNvPr id="9" name="Slide Number Placeholder 8"/>
          <p:cNvSpPr>
            <a:spLocks noGrp="1"/>
          </p:cNvSpPr>
          <p:nvPr>
            <p:ph type="sldNum" sz="quarter" idx="12"/>
          </p:nvPr>
        </p:nvSpPr>
        <p:spPr/>
        <p:txBody>
          <a:bodyPr/>
          <a:lstStyle/>
          <a:p>
            <a:fld id="{86F352BC-6E81-43D6-A793-1FBD54FE8E05}" type="slidenum">
              <a:rPr lang="th-TH" smtClean="0"/>
              <a:t>‹#›</a:t>
            </a:fld>
            <a:endParaRPr lang="th-TH"/>
          </a:p>
        </p:txBody>
      </p:sp>
    </p:spTree>
    <p:extLst>
      <p:ext uri="{BB962C8B-B14F-4D97-AF65-F5344CB8AC3E}">
        <p14:creationId xmlns:p14="http://schemas.microsoft.com/office/powerpoint/2010/main" val="39908126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3734172-DBEA-4189-8907-DA8847A8CF28}" type="datetimeFigureOut">
              <a:rPr lang="th-TH" smtClean="0"/>
              <a:t>10/10/68</a:t>
            </a:fld>
            <a:endParaRPr lang="th-TH"/>
          </a:p>
        </p:txBody>
      </p:sp>
      <p:sp>
        <p:nvSpPr>
          <p:cNvPr id="4" name="Footer Placeholder 3"/>
          <p:cNvSpPr>
            <a:spLocks noGrp="1"/>
          </p:cNvSpPr>
          <p:nvPr>
            <p:ph type="ftr" sz="quarter" idx="11"/>
          </p:nvPr>
        </p:nvSpPr>
        <p:spPr/>
        <p:txBody>
          <a:bodyPr/>
          <a:lstStyle/>
          <a:p>
            <a:endParaRPr lang="th-TH"/>
          </a:p>
        </p:txBody>
      </p:sp>
      <p:sp>
        <p:nvSpPr>
          <p:cNvPr id="5" name="Slide Number Placeholder 4"/>
          <p:cNvSpPr>
            <a:spLocks noGrp="1"/>
          </p:cNvSpPr>
          <p:nvPr>
            <p:ph type="sldNum" sz="quarter" idx="12"/>
          </p:nvPr>
        </p:nvSpPr>
        <p:spPr/>
        <p:txBody>
          <a:bodyPr/>
          <a:lstStyle/>
          <a:p>
            <a:fld id="{86F352BC-6E81-43D6-A793-1FBD54FE8E05}" type="slidenum">
              <a:rPr lang="th-TH" smtClean="0"/>
              <a:t>‹#›</a:t>
            </a:fld>
            <a:endParaRPr lang="th-TH"/>
          </a:p>
        </p:txBody>
      </p:sp>
    </p:spTree>
    <p:extLst>
      <p:ext uri="{BB962C8B-B14F-4D97-AF65-F5344CB8AC3E}">
        <p14:creationId xmlns:p14="http://schemas.microsoft.com/office/powerpoint/2010/main" val="9439027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3734172-DBEA-4189-8907-DA8847A8CF28}" type="datetimeFigureOut">
              <a:rPr lang="th-TH" smtClean="0"/>
              <a:t>10/10/68</a:t>
            </a:fld>
            <a:endParaRPr lang="th-TH"/>
          </a:p>
        </p:txBody>
      </p:sp>
      <p:sp>
        <p:nvSpPr>
          <p:cNvPr id="3" name="Footer Placeholder 2"/>
          <p:cNvSpPr>
            <a:spLocks noGrp="1"/>
          </p:cNvSpPr>
          <p:nvPr>
            <p:ph type="ftr" sz="quarter" idx="11"/>
          </p:nvPr>
        </p:nvSpPr>
        <p:spPr/>
        <p:txBody>
          <a:bodyPr/>
          <a:lstStyle/>
          <a:p>
            <a:endParaRPr lang="th-TH"/>
          </a:p>
        </p:txBody>
      </p:sp>
      <p:sp>
        <p:nvSpPr>
          <p:cNvPr id="4" name="Slide Number Placeholder 3"/>
          <p:cNvSpPr>
            <a:spLocks noGrp="1"/>
          </p:cNvSpPr>
          <p:nvPr>
            <p:ph type="sldNum" sz="quarter" idx="12"/>
          </p:nvPr>
        </p:nvSpPr>
        <p:spPr/>
        <p:txBody>
          <a:bodyPr/>
          <a:lstStyle/>
          <a:p>
            <a:fld id="{86F352BC-6E81-43D6-A793-1FBD54FE8E05}" type="slidenum">
              <a:rPr lang="th-TH" smtClean="0"/>
              <a:t>‹#›</a:t>
            </a:fld>
            <a:endParaRPr lang="th-TH"/>
          </a:p>
        </p:txBody>
      </p:sp>
    </p:spTree>
    <p:extLst>
      <p:ext uri="{BB962C8B-B14F-4D97-AF65-F5344CB8AC3E}">
        <p14:creationId xmlns:p14="http://schemas.microsoft.com/office/powerpoint/2010/main" val="3714066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83780" y="3359997"/>
            <a:ext cx="9288887" cy="11759988"/>
          </a:xfrm>
        </p:spPr>
        <p:txBody>
          <a:bodyPr anchor="b"/>
          <a:lstStyle>
            <a:lvl1pPr>
              <a:defRPr sz="10079"/>
            </a:lvl1pPr>
          </a:lstStyle>
          <a:p>
            <a:r>
              <a:rPr lang="en-US"/>
              <a:t>Click to edit Master title style</a:t>
            </a:r>
            <a:endParaRPr lang="en-US" dirty="0"/>
          </a:p>
        </p:txBody>
      </p:sp>
      <p:sp>
        <p:nvSpPr>
          <p:cNvPr id="3" name="Content Placeholder 2"/>
          <p:cNvSpPr>
            <a:spLocks noGrp="1"/>
          </p:cNvSpPr>
          <p:nvPr>
            <p:ph idx="1"/>
          </p:nvPr>
        </p:nvSpPr>
        <p:spPr>
          <a:xfrm>
            <a:off x="12243932" y="7256671"/>
            <a:ext cx="14580215" cy="35816631"/>
          </a:xfrm>
        </p:spPr>
        <p:txBody>
          <a:bodyPr/>
          <a:lstStyle>
            <a:lvl1pPr>
              <a:defRPr sz="10079"/>
            </a:lvl1pPr>
            <a:lvl2pPr>
              <a:defRPr sz="8819"/>
            </a:lvl2pPr>
            <a:lvl3pPr>
              <a:defRPr sz="7559"/>
            </a:lvl3pPr>
            <a:lvl4pPr>
              <a:defRPr sz="6299"/>
            </a:lvl4pPr>
            <a:lvl5pPr>
              <a:defRPr sz="6299"/>
            </a:lvl5pPr>
            <a:lvl6pPr>
              <a:defRPr sz="6299"/>
            </a:lvl6pPr>
            <a:lvl7pPr>
              <a:defRPr sz="6299"/>
            </a:lvl7pPr>
            <a:lvl8pPr>
              <a:defRPr sz="6299"/>
            </a:lvl8pPr>
            <a:lvl9pPr>
              <a:defRPr sz="6299"/>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983780" y="15119985"/>
            <a:ext cx="9288887" cy="28011643"/>
          </a:xfrm>
        </p:spPr>
        <p:txBody>
          <a:bodyPr/>
          <a:lstStyle>
            <a:lvl1pPr marL="0" indent="0">
              <a:buNone/>
              <a:defRPr sz="5040"/>
            </a:lvl1pPr>
            <a:lvl2pPr marL="1440043" indent="0">
              <a:buNone/>
              <a:defRPr sz="4410"/>
            </a:lvl2pPr>
            <a:lvl3pPr marL="2880086" indent="0">
              <a:buNone/>
              <a:defRPr sz="3780"/>
            </a:lvl3pPr>
            <a:lvl4pPr marL="4320129" indent="0">
              <a:buNone/>
              <a:defRPr sz="3150"/>
            </a:lvl4pPr>
            <a:lvl5pPr marL="5760171" indent="0">
              <a:buNone/>
              <a:defRPr sz="3150"/>
            </a:lvl5pPr>
            <a:lvl6pPr marL="7200214" indent="0">
              <a:buNone/>
              <a:defRPr sz="3150"/>
            </a:lvl6pPr>
            <a:lvl7pPr marL="8640257" indent="0">
              <a:buNone/>
              <a:defRPr sz="3150"/>
            </a:lvl7pPr>
            <a:lvl8pPr marL="10080300" indent="0">
              <a:buNone/>
              <a:defRPr sz="3150"/>
            </a:lvl8pPr>
            <a:lvl9pPr marL="11520343" indent="0">
              <a:buNone/>
              <a:defRPr sz="3150"/>
            </a:lvl9pPr>
          </a:lstStyle>
          <a:p>
            <a:pPr lvl="0"/>
            <a:r>
              <a:rPr lang="en-US"/>
              <a:t>Edit Master text styles</a:t>
            </a:r>
          </a:p>
        </p:txBody>
      </p:sp>
      <p:sp>
        <p:nvSpPr>
          <p:cNvPr id="5" name="Date Placeholder 4"/>
          <p:cNvSpPr>
            <a:spLocks noGrp="1"/>
          </p:cNvSpPr>
          <p:nvPr>
            <p:ph type="dt" sz="half" idx="10"/>
          </p:nvPr>
        </p:nvSpPr>
        <p:spPr/>
        <p:txBody>
          <a:bodyPr/>
          <a:lstStyle/>
          <a:p>
            <a:fld id="{33734172-DBEA-4189-8907-DA8847A8CF28}" type="datetimeFigureOut">
              <a:rPr lang="th-TH" smtClean="0"/>
              <a:t>10/10/68</a:t>
            </a:fld>
            <a:endParaRPr lang="th-TH"/>
          </a:p>
        </p:txBody>
      </p:sp>
      <p:sp>
        <p:nvSpPr>
          <p:cNvPr id="6" name="Footer Placeholder 5"/>
          <p:cNvSpPr>
            <a:spLocks noGrp="1"/>
          </p:cNvSpPr>
          <p:nvPr>
            <p:ph type="ftr" sz="quarter" idx="11"/>
          </p:nvPr>
        </p:nvSpPr>
        <p:spPr/>
        <p:txBody>
          <a:bodyPr/>
          <a:lstStyle/>
          <a:p>
            <a:endParaRPr lang="th-TH"/>
          </a:p>
        </p:txBody>
      </p:sp>
      <p:sp>
        <p:nvSpPr>
          <p:cNvPr id="7" name="Slide Number Placeholder 6"/>
          <p:cNvSpPr>
            <a:spLocks noGrp="1"/>
          </p:cNvSpPr>
          <p:nvPr>
            <p:ph type="sldNum" sz="quarter" idx="12"/>
          </p:nvPr>
        </p:nvSpPr>
        <p:spPr/>
        <p:txBody>
          <a:bodyPr/>
          <a:lstStyle/>
          <a:p>
            <a:fld id="{86F352BC-6E81-43D6-A793-1FBD54FE8E05}" type="slidenum">
              <a:rPr lang="th-TH" smtClean="0"/>
              <a:t>‹#›</a:t>
            </a:fld>
            <a:endParaRPr lang="th-TH"/>
          </a:p>
        </p:txBody>
      </p:sp>
    </p:spTree>
    <p:extLst>
      <p:ext uri="{BB962C8B-B14F-4D97-AF65-F5344CB8AC3E}">
        <p14:creationId xmlns:p14="http://schemas.microsoft.com/office/powerpoint/2010/main" val="5612763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83780" y="3359997"/>
            <a:ext cx="9288887" cy="11759988"/>
          </a:xfrm>
        </p:spPr>
        <p:txBody>
          <a:bodyPr anchor="b"/>
          <a:lstStyle>
            <a:lvl1pPr>
              <a:defRPr sz="10079"/>
            </a:lvl1pPr>
          </a:lstStyle>
          <a:p>
            <a:r>
              <a:rPr lang="en-US"/>
              <a:t>Click to edit Master title style</a:t>
            </a:r>
            <a:endParaRPr lang="en-US" dirty="0"/>
          </a:p>
        </p:txBody>
      </p:sp>
      <p:sp>
        <p:nvSpPr>
          <p:cNvPr id="3" name="Picture Placeholder 2"/>
          <p:cNvSpPr>
            <a:spLocks noGrp="1" noChangeAspect="1"/>
          </p:cNvSpPr>
          <p:nvPr>
            <p:ph type="pic" idx="1"/>
          </p:nvPr>
        </p:nvSpPr>
        <p:spPr>
          <a:xfrm>
            <a:off x="12243932" y="7256671"/>
            <a:ext cx="14580215" cy="35816631"/>
          </a:xfrm>
        </p:spPr>
        <p:txBody>
          <a:bodyPr anchor="t"/>
          <a:lstStyle>
            <a:lvl1pPr marL="0" indent="0">
              <a:buNone/>
              <a:defRPr sz="10079"/>
            </a:lvl1pPr>
            <a:lvl2pPr marL="1440043" indent="0">
              <a:buNone/>
              <a:defRPr sz="8819"/>
            </a:lvl2pPr>
            <a:lvl3pPr marL="2880086" indent="0">
              <a:buNone/>
              <a:defRPr sz="7559"/>
            </a:lvl3pPr>
            <a:lvl4pPr marL="4320129" indent="0">
              <a:buNone/>
              <a:defRPr sz="6299"/>
            </a:lvl4pPr>
            <a:lvl5pPr marL="5760171" indent="0">
              <a:buNone/>
              <a:defRPr sz="6299"/>
            </a:lvl5pPr>
            <a:lvl6pPr marL="7200214" indent="0">
              <a:buNone/>
              <a:defRPr sz="6299"/>
            </a:lvl6pPr>
            <a:lvl7pPr marL="8640257" indent="0">
              <a:buNone/>
              <a:defRPr sz="6299"/>
            </a:lvl7pPr>
            <a:lvl8pPr marL="10080300" indent="0">
              <a:buNone/>
              <a:defRPr sz="6299"/>
            </a:lvl8pPr>
            <a:lvl9pPr marL="11520343" indent="0">
              <a:buNone/>
              <a:defRPr sz="6299"/>
            </a:lvl9pPr>
          </a:lstStyle>
          <a:p>
            <a:r>
              <a:rPr lang="en-US"/>
              <a:t>Click icon to add picture</a:t>
            </a:r>
            <a:endParaRPr lang="en-US" dirty="0"/>
          </a:p>
        </p:txBody>
      </p:sp>
      <p:sp>
        <p:nvSpPr>
          <p:cNvPr id="4" name="Text Placeholder 3"/>
          <p:cNvSpPr>
            <a:spLocks noGrp="1"/>
          </p:cNvSpPr>
          <p:nvPr>
            <p:ph type="body" sz="half" idx="2"/>
          </p:nvPr>
        </p:nvSpPr>
        <p:spPr>
          <a:xfrm>
            <a:off x="1983780" y="15119985"/>
            <a:ext cx="9288887" cy="28011643"/>
          </a:xfrm>
        </p:spPr>
        <p:txBody>
          <a:bodyPr/>
          <a:lstStyle>
            <a:lvl1pPr marL="0" indent="0">
              <a:buNone/>
              <a:defRPr sz="5040"/>
            </a:lvl1pPr>
            <a:lvl2pPr marL="1440043" indent="0">
              <a:buNone/>
              <a:defRPr sz="4410"/>
            </a:lvl2pPr>
            <a:lvl3pPr marL="2880086" indent="0">
              <a:buNone/>
              <a:defRPr sz="3780"/>
            </a:lvl3pPr>
            <a:lvl4pPr marL="4320129" indent="0">
              <a:buNone/>
              <a:defRPr sz="3150"/>
            </a:lvl4pPr>
            <a:lvl5pPr marL="5760171" indent="0">
              <a:buNone/>
              <a:defRPr sz="3150"/>
            </a:lvl5pPr>
            <a:lvl6pPr marL="7200214" indent="0">
              <a:buNone/>
              <a:defRPr sz="3150"/>
            </a:lvl6pPr>
            <a:lvl7pPr marL="8640257" indent="0">
              <a:buNone/>
              <a:defRPr sz="3150"/>
            </a:lvl7pPr>
            <a:lvl8pPr marL="10080300" indent="0">
              <a:buNone/>
              <a:defRPr sz="3150"/>
            </a:lvl8pPr>
            <a:lvl9pPr marL="11520343" indent="0">
              <a:buNone/>
              <a:defRPr sz="3150"/>
            </a:lvl9pPr>
          </a:lstStyle>
          <a:p>
            <a:pPr lvl="0"/>
            <a:r>
              <a:rPr lang="en-US"/>
              <a:t>Edit Master text styles</a:t>
            </a:r>
          </a:p>
        </p:txBody>
      </p:sp>
      <p:sp>
        <p:nvSpPr>
          <p:cNvPr id="5" name="Date Placeholder 4"/>
          <p:cNvSpPr>
            <a:spLocks noGrp="1"/>
          </p:cNvSpPr>
          <p:nvPr>
            <p:ph type="dt" sz="half" idx="10"/>
          </p:nvPr>
        </p:nvSpPr>
        <p:spPr/>
        <p:txBody>
          <a:bodyPr/>
          <a:lstStyle/>
          <a:p>
            <a:fld id="{33734172-DBEA-4189-8907-DA8847A8CF28}" type="datetimeFigureOut">
              <a:rPr lang="th-TH" smtClean="0"/>
              <a:t>10/10/68</a:t>
            </a:fld>
            <a:endParaRPr lang="th-TH"/>
          </a:p>
        </p:txBody>
      </p:sp>
      <p:sp>
        <p:nvSpPr>
          <p:cNvPr id="6" name="Footer Placeholder 5"/>
          <p:cNvSpPr>
            <a:spLocks noGrp="1"/>
          </p:cNvSpPr>
          <p:nvPr>
            <p:ph type="ftr" sz="quarter" idx="11"/>
          </p:nvPr>
        </p:nvSpPr>
        <p:spPr/>
        <p:txBody>
          <a:bodyPr/>
          <a:lstStyle/>
          <a:p>
            <a:endParaRPr lang="th-TH"/>
          </a:p>
        </p:txBody>
      </p:sp>
      <p:sp>
        <p:nvSpPr>
          <p:cNvPr id="7" name="Slide Number Placeholder 6"/>
          <p:cNvSpPr>
            <a:spLocks noGrp="1"/>
          </p:cNvSpPr>
          <p:nvPr>
            <p:ph type="sldNum" sz="quarter" idx="12"/>
          </p:nvPr>
        </p:nvSpPr>
        <p:spPr/>
        <p:txBody>
          <a:bodyPr/>
          <a:lstStyle/>
          <a:p>
            <a:fld id="{86F352BC-6E81-43D6-A793-1FBD54FE8E05}" type="slidenum">
              <a:rPr lang="th-TH" smtClean="0"/>
              <a:t>‹#›</a:t>
            </a:fld>
            <a:endParaRPr lang="th-TH"/>
          </a:p>
        </p:txBody>
      </p:sp>
    </p:spTree>
    <p:extLst>
      <p:ext uri="{BB962C8B-B14F-4D97-AF65-F5344CB8AC3E}">
        <p14:creationId xmlns:p14="http://schemas.microsoft.com/office/powerpoint/2010/main" val="13657894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3734172-DBEA-4189-8907-DA8847A8CF28}" type="datetimeFigureOut">
              <a:rPr lang="th-TH" smtClean="0"/>
              <a:t>10/10/68</a:t>
            </a:fld>
            <a:endParaRPr lang="th-TH"/>
          </a:p>
        </p:txBody>
      </p:sp>
      <p:sp>
        <p:nvSpPr>
          <p:cNvPr id="5" name="Footer Placeholder 4"/>
          <p:cNvSpPr>
            <a:spLocks noGrp="1"/>
          </p:cNvSpPr>
          <p:nvPr>
            <p:ph type="ftr" sz="quarter" idx="11"/>
          </p:nvPr>
        </p:nvSpPr>
        <p:spPr/>
        <p:txBody>
          <a:bodyPr/>
          <a:lstStyle/>
          <a:p>
            <a:endParaRPr lang="th-TH"/>
          </a:p>
        </p:txBody>
      </p:sp>
      <p:sp>
        <p:nvSpPr>
          <p:cNvPr id="6" name="Slide Number Placeholder 5"/>
          <p:cNvSpPr>
            <a:spLocks noGrp="1"/>
          </p:cNvSpPr>
          <p:nvPr>
            <p:ph type="sldNum" sz="quarter" idx="12"/>
          </p:nvPr>
        </p:nvSpPr>
        <p:spPr/>
        <p:txBody>
          <a:bodyPr/>
          <a:lstStyle/>
          <a:p>
            <a:fld id="{86F352BC-6E81-43D6-A793-1FBD54FE8E05}" type="slidenum">
              <a:rPr lang="th-TH" smtClean="0"/>
              <a:t>‹#›</a:t>
            </a:fld>
            <a:endParaRPr lang="th-TH"/>
          </a:p>
        </p:txBody>
      </p:sp>
    </p:spTree>
    <p:extLst>
      <p:ext uri="{BB962C8B-B14F-4D97-AF65-F5344CB8AC3E}">
        <p14:creationId xmlns:p14="http://schemas.microsoft.com/office/powerpoint/2010/main" val="32456275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0610306" y="2683331"/>
            <a:ext cx="6210092" cy="4271162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980031" y="2683331"/>
            <a:ext cx="18270270" cy="4271162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3734172-DBEA-4189-8907-DA8847A8CF28}" type="datetimeFigureOut">
              <a:rPr lang="th-TH" smtClean="0"/>
              <a:t>10/10/68</a:t>
            </a:fld>
            <a:endParaRPr lang="th-TH"/>
          </a:p>
        </p:txBody>
      </p:sp>
      <p:sp>
        <p:nvSpPr>
          <p:cNvPr id="5" name="Footer Placeholder 4"/>
          <p:cNvSpPr>
            <a:spLocks noGrp="1"/>
          </p:cNvSpPr>
          <p:nvPr>
            <p:ph type="ftr" sz="quarter" idx="11"/>
          </p:nvPr>
        </p:nvSpPr>
        <p:spPr/>
        <p:txBody>
          <a:bodyPr/>
          <a:lstStyle/>
          <a:p>
            <a:endParaRPr lang="th-TH"/>
          </a:p>
        </p:txBody>
      </p:sp>
      <p:sp>
        <p:nvSpPr>
          <p:cNvPr id="6" name="Slide Number Placeholder 5"/>
          <p:cNvSpPr>
            <a:spLocks noGrp="1"/>
          </p:cNvSpPr>
          <p:nvPr>
            <p:ph type="sldNum" sz="quarter" idx="12"/>
          </p:nvPr>
        </p:nvSpPr>
        <p:spPr/>
        <p:txBody>
          <a:bodyPr/>
          <a:lstStyle/>
          <a:p>
            <a:fld id="{86F352BC-6E81-43D6-A793-1FBD54FE8E05}" type="slidenum">
              <a:rPr lang="th-TH" smtClean="0"/>
              <a:t>‹#›</a:t>
            </a:fld>
            <a:endParaRPr lang="th-TH"/>
          </a:p>
        </p:txBody>
      </p:sp>
    </p:spTree>
    <p:extLst>
      <p:ext uri="{BB962C8B-B14F-4D97-AF65-F5344CB8AC3E}">
        <p14:creationId xmlns:p14="http://schemas.microsoft.com/office/powerpoint/2010/main" val="24647361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980029" y="2683342"/>
            <a:ext cx="24840367" cy="974166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980029" y="13416653"/>
            <a:ext cx="24840367" cy="31978305"/>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980029" y="46713298"/>
            <a:ext cx="6480096" cy="2683331"/>
          </a:xfrm>
          <a:prstGeom prst="rect">
            <a:avLst/>
          </a:prstGeom>
        </p:spPr>
        <p:txBody>
          <a:bodyPr vert="horz" lIns="91440" tIns="45720" rIns="91440" bIns="45720" rtlCol="0" anchor="ctr"/>
          <a:lstStyle>
            <a:lvl1pPr algn="l">
              <a:defRPr sz="3780">
                <a:solidFill>
                  <a:schemeClr val="tx1">
                    <a:tint val="75000"/>
                  </a:schemeClr>
                </a:solidFill>
              </a:defRPr>
            </a:lvl1pPr>
          </a:lstStyle>
          <a:p>
            <a:fld id="{33734172-DBEA-4189-8907-DA8847A8CF28}" type="datetimeFigureOut">
              <a:rPr lang="th-TH" smtClean="0"/>
              <a:t>10/10/68</a:t>
            </a:fld>
            <a:endParaRPr lang="th-TH"/>
          </a:p>
        </p:txBody>
      </p:sp>
      <p:sp>
        <p:nvSpPr>
          <p:cNvPr id="5" name="Footer Placeholder 4"/>
          <p:cNvSpPr>
            <a:spLocks noGrp="1"/>
          </p:cNvSpPr>
          <p:nvPr>
            <p:ph type="ftr" sz="quarter" idx="3"/>
          </p:nvPr>
        </p:nvSpPr>
        <p:spPr>
          <a:xfrm>
            <a:off x="9540141" y="46713298"/>
            <a:ext cx="9720143" cy="2683331"/>
          </a:xfrm>
          <a:prstGeom prst="rect">
            <a:avLst/>
          </a:prstGeom>
        </p:spPr>
        <p:txBody>
          <a:bodyPr vert="horz" lIns="91440" tIns="45720" rIns="91440" bIns="45720" rtlCol="0" anchor="ctr"/>
          <a:lstStyle>
            <a:lvl1pPr algn="ctr">
              <a:defRPr sz="3780">
                <a:solidFill>
                  <a:schemeClr val="tx1">
                    <a:tint val="75000"/>
                  </a:schemeClr>
                </a:solidFill>
              </a:defRPr>
            </a:lvl1pPr>
          </a:lstStyle>
          <a:p>
            <a:endParaRPr lang="th-TH"/>
          </a:p>
        </p:txBody>
      </p:sp>
      <p:sp>
        <p:nvSpPr>
          <p:cNvPr id="6" name="Slide Number Placeholder 5"/>
          <p:cNvSpPr>
            <a:spLocks noGrp="1"/>
          </p:cNvSpPr>
          <p:nvPr>
            <p:ph type="sldNum" sz="quarter" idx="4"/>
          </p:nvPr>
        </p:nvSpPr>
        <p:spPr>
          <a:xfrm>
            <a:off x="20340300" y="46713298"/>
            <a:ext cx="6480096" cy="2683331"/>
          </a:xfrm>
          <a:prstGeom prst="rect">
            <a:avLst/>
          </a:prstGeom>
        </p:spPr>
        <p:txBody>
          <a:bodyPr vert="horz" lIns="91440" tIns="45720" rIns="91440" bIns="45720" rtlCol="0" anchor="ctr"/>
          <a:lstStyle>
            <a:lvl1pPr algn="r">
              <a:defRPr sz="3780">
                <a:solidFill>
                  <a:schemeClr val="tx1">
                    <a:tint val="75000"/>
                  </a:schemeClr>
                </a:solidFill>
              </a:defRPr>
            </a:lvl1pPr>
          </a:lstStyle>
          <a:p>
            <a:fld id="{86F352BC-6E81-43D6-A793-1FBD54FE8E05}" type="slidenum">
              <a:rPr lang="th-TH" smtClean="0"/>
              <a:t>‹#›</a:t>
            </a:fld>
            <a:endParaRPr lang="th-TH"/>
          </a:p>
        </p:txBody>
      </p:sp>
    </p:spTree>
    <p:extLst>
      <p:ext uri="{BB962C8B-B14F-4D97-AF65-F5344CB8AC3E}">
        <p14:creationId xmlns:p14="http://schemas.microsoft.com/office/powerpoint/2010/main" val="2433437667"/>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2880086" rtl="0" eaLnBrk="1" latinLnBrk="0" hangingPunct="1">
        <a:lnSpc>
          <a:spcPct val="90000"/>
        </a:lnSpc>
        <a:spcBef>
          <a:spcPct val="0"/>
        </a:spcBef>
        <a:buNone/>
        <a:defRPr sz="13859" kern="1200">
          <a:solidFill>
            <a:schemeClr val="tx1"/>
          </a:solidFill>
          <a:latin typeface="+mj-lt"/>
          <a:ea typeface="+mj-ea"/>
          <a:cs typeface="+mj-cs"/>
        </a:defRPr>
      </a:lvl1pPr>
    </p:titleStyle>
    <p:bodyStyle>
      <a:lvl1pPr marL="720021" indent="-720021" algn="l" defTabSz="2880086" rtl="0" eaLnBrk="1" latinLnBrk="0" hangingPunct="1">
        <a:lnSpc>
          <a:spcPct val="90000"/>
        </a:lnSpc>
        <a:spcBef>
          <a:spcPts val="3150"/>
        </a:spcBef>
        <a:buFont typeface="Arial" panose="020B0604020202020204" pitchFamily="34" charset="0"/>
        <a:buChar char="•"/>
        <a:defRPr sz="8819" kern="1200">
          <a:solidFill>
            <a:schemeClr val="tx1"/>
          </a:solidFill>
          <a:latin typeface="+mn-lt"/>
          <a:ea typeface="+mn-ea"/>
          <a:cs typeface="+mn-cs"/>
        </a:defRPr>
      </a:lvl1pPr>
      <a:lvl2pPr marL="2160064" indent="-720021" algn="l" defTabSz="2880086" rtl="0" eaLnBrk="1" latinLnBrk="0" hangingPunct="1">
        <a:lnSpc>
          <a:spcPct val="90000"/>
        </a:lnSpc>
        <a:spcBef>
          <a:spcPts val="1575"/>
        </a:spcBef>
        <a:buFont typeface="Arial" panose="020B0604020202020204" pitchFamily="34" charset="0"/>
        <a:buChar char="•"/>
        <a:defRPr sz="7559" kern="1200">
          <a:solidFill>
            <a:schemeClr val="tx1"/>
          </a:solidFill>
          <a:latin typeface="+mn-lt"/>
          <a:ea typeface="+mn-ea"/>
          <a:cs typeface="+mn-cs"/>
        </a:defRPr>
      </a:lvl2pPr>
      <a:lvl3pPr marL="3600107" indent="-720021" algn="l" defTabSz="2880086" rtl="0" eaLnBrk="1" latinLnBrk="0" hangingPunct="1">
        <a:lnSpc>
          <a:spcPct val="90000"/>
        </a:lnSpc>
        <a:spcBef>
          <a:spcPts val="1575"/>
        </a:spcBef>
        <a:buFont typeface="Arial" panose="020B0604020202020204" pitchFamily="34" charset="0"/>
        <a:buChar char="•"/>
        <a:defRPr sz="6299" kern="1200">
          <a:solidFill>
            <a:schemeClr val="tx1"/>
          </a:solidFill>
          <a:latin typeface="+mn-lt"/>
          <a:ea typeface="+mn-ea"/>
          <a:cs typeface="+mn-cs"/>
        </a:defRPr>
      </a:lvl3pPr>
      <a:lvl4pPr marL="5040150" indent="-720021" algn="l" defTabSz="2880086" rtl="0" eaLnBrk="1" latinLnBrk="0" hangingPunct="1">
        <a:lnSpc>
          <a:spcPct val="90000"/>
        </a:lnSpc>
        <a:spcBef>
          <a:spcPts val="1575"/>
        </a:spcBef>
        <a:buFont typeface="Arial" panose="020B0604020202020204" pitchFamily="34" charset="0"/>
        <a:buChar char="•"/>
        <a:defRPr sz="5669" kern="1200">
          <a:solidFill>
            <a:schemeClr val="tx1"/>
          </a:solidFill>
          <a:latin typeface="+mn-lt"/>
          <a:ea typeface="+mn-ea"/>
          <a:cs typeface="+mn-cs"/>
        </a:defRPr>
      </a:lvl4pPr>
      <a:lvl5pPr marL="6480193" indent="-720021" algn="l" defTabSz="2880086" rtl="0" eaLnBrk="1" latinLnBrk="0" hangingPunct="1">
        <a:lnSpc>
          <a:spcPct val="90000"/>
        </a:lnSpc>
        <a:spcBef>
          <a:spcPts val="1575"/>
        </a:spcBef>
        <a:buFont typeface="Arial" panose="020B0604020202020204" pitchFamily="34" charset="0"/>
        <a:buChar char="•"/>
        <a:defRPr sz="5669" kern="1200">
          <a:solidFill>
            <a:schemeClr val="tx1"/>
          </a:solidFill>
          <a:latin typeface="+mn-lt"/>
          <a:ea typeface="+mn-ea"/>
          <a:cs typeface="+mn-cs"/>
        </a:defRPr>
      </a:lvl5pPr>
      <a:lvl6pPr marL="7920236" indent="-720021" algn="l" defTabSz="2880086" rtl="0" eaLnBrk="1" latinLnBrk="0" hangingPunct="1">
        <a:lnSpc>
          <a:spcPct val="90000"/>
        </a:lnSpc>
        <a:spcBef>
          <a:spcPts val="1575"/>
        </a:spcBef>
        <a:buFont typeface="Arial" panose="020B0604020202020204" pitchFamily="34" charset="0"/>
        <a:buChar char="•"/>
        <a:defRPr sz="5669" kern="1200">
          <a:solidFill>
            <a:schemeClr val="tx1"/>
          </a:solidFill>
          <a:latin typeface="+mn-lt"/>
          <a:ea typeface="+mn-ea"/>
          <a:cs typeface="+mn-cs"/>
        </a:defRPr>
      </a:lvl6pPr>
      <a:lvl7pPr marL="9360278" indent="-720021" algn="l" defTabSz="2880086" rtl="0" eaLnBrk="1" latinLnBrk="0" hangingPunct="1">
        <a:lnSpc>
          <a:spcPct val="90000"/>
        </a:lnSpc>
        <a:spcBef>
          <a:spcPts val="1575"/>
        </a:spcBef>
        <a:buFont typeface="Arial" panose="020B0604020202020204" pitchFamily="34" charset="0"/>
        <a:buChar char="•"/>
        <a:defRPr sz="5669" kern="1200">
          <a:solidFill>
            <a:schemeClr val="tx1"/>
          </a:solidFill>
          <a:latin typeface="+mn-lt"/>
          <a:ea typeface="+mn-ea"/>
          <a:cs typeface="+mn-cs"/>
        </a:defRPr>
      </a:lvl7pPr>
      <a:lvl8pPr marL="10800321" indent="-720021" algn="l" defTabSz="2880086" rtl="0" eaLnBrk="1" latinLnBrk="0" hangingPunct="1">
        <a:lnSpc>
          <a:spcPct val="90000"/>
        </a:lnSpc>
        <a:spcBef>
          <a:spcPts val="1575"/>
        </a:spcBef>
        <a:buFont typeface="Arial" panose="020B0604020202020204" pitchFamily="34" charset="0"/>
        <a:buChar char="•"/>
        <a:defRPr sz="5669" kern="1200">
          <a:solidFill>
            <a:schemeClr val="tx1"/>
          </a:solidFill>
          <a:latin typeface="+mn-lt"/>
          <a:ea typeface="+mn-ea"/>
          <a:cs typeface="+mn-cs"/>
        </a:defRPr>
      </a:lvl8pPr>
      <a:lvl9pPr marL="12240364" indent="-720021" algn="l" defTabSz="2880086" rtl="0" eaLnBrk="1" latinLnBrk="0" hangingPunct="1">
        <a:lnSpc>
          <a:spcPct val="90000"/>
        </a:lnSpc>
        <a:spcBef>
          <a:spcPts val="1575"/>
        </a:spcBef>
        <a:buFont typeface="Arial" panose="020B0604020202020204" pitchFamily="34" charset="0"/>
        <a:buChar char="•"/>
        <a:defRPr sz="5669" kern="1200">
          <a:solidFill>
            <a:schemeClr val="tx1"/>
          </a:solidFill>
          <a:latin typeface="+mn-lt"/>
          <a:ea typeface="+mn-ea"/>
          <a:cs typeface="+mn-cs"/>
        </a:defRPr>
      </a:lvl9pPr>
    </p:bodyStyle>
    <p:otherStyle>
      <a:defPPr>
        <a:defRPr lang="en-US"/>
      </a:defPPr>
      <a:lvl1pPr marL="0" algn="l" defTabSz="2880086" rtl="0" eaLnBrk="1" latinLnBrk="0" hangingPunct="1">
        <a:defRPr sz="5669" kern="1200">
          <a:solidFill>
            <a:schemeClr val="tx1"/>
          </a:solidFill>
          <a:latin typeface="+mn-lt"/>
          <a:ea typeface="+mn-ea"/>
          <a:cs typeface="+mn-cs"/>
        </a:defRPr>
      </a:lvl1pPr>
      <a:lvl2pPr marL="1440043" algn="l" defTabSz="2880086" rtl="0" eaLnBrk="1" latinLnBrk="0" hangingPunct="1">
        <a:defRPr sz="5669" kern="1200">
          <a:solidFill>
            <a:schemeClr val="tx1"/>
          </a:solidFill>
          <a:latin typeface="+mn-lt"/>
          <a:ea typeface="+mn-ea"/>
          <a:cs typeface="+mn-cs"/>
        </a:defRPr>
      </a:lvl2pPr>
      <a:lvl3pPr marL="2880086" algn="l" defTabSz="2880086" rtl="0" eaLnBrk="1" latinLnBrk="0" hangingPunct="1">
        <a:defRPr sz="5669" kern="1200">
          <a:solidFill>
            <a:schemeClr val="tx1"/>
          </a:solidFill>
          <a:latin typeface="+mn-lt"/>
          <a:ea typeface="+mn-ea"/>
          <a:cs typeface="+mn-cs"/>
        </a:defRPr>
      </a:lvl3pPr>
      <a:lvl4pPr marL="4320129" algn="l" defTabSz="2880086" rtl="0" eaLnBrk="1" latinLnBrk="0" hangingPunct="1">
        <a:defRPr sz="5669" kern="1200">
          <a:solidFill>
            <a:schemeClr val="tx1"/>
          </a:solidFill>
          <a:latin typeface="+mn-lt"/>
          <a:ea typeface="+mn-ea"/>
          <a:cs typeface="+mn-cs"/>
        </a:defRPr>
      </a:lvl4pPr>
      <a:lvl5pPr marL="5760171" algn="l" defTabSz="2880086" rtl="0" eaLnBrk="1" latinLnBrk="0" hangingPunct="1">
        <a:defRPr sz="5669" kern="1200">
          <a:solidFill>
            <a:schemeClr val="tx1"/>
          </a:solidFill>
          <a:latin typeface="+mn-lt"/>
          <a:ea typeface="+mn-ea"/>
          <a:cs typeface="+mn-cs"/>
        </a:defRPr>
      </a:lvl5pPr>
      <a:lvl6pPr marL="7200214" algn="l" defTabSz="2880086" rtl="0" eaLnBrk="1" latinLnBrk="0" hangingPunct="1">
        <a:defRPr sz="5669" kern="1200">
          <a:solidFill>
            <a:schemeClr val="tx1"/>
          </a:solidFill>
          <a:latin typeface="+mn-lt"/>
          <a:ea typeface="+mn-ea"/>
          <a:cs typeface="+mn-cs"/>
        </a:defRPr>
      </a:lvl6pPr>
      <a:lvl7pPr marL="8640257" algn="l" defTabSz="2880086" rtl="0" eaLnBrk="1" latinLnBrk="0" hangingPunct="1">
        <a:defRPr sz="5669" kern="1200">
          <a:solidFill>
            <a:schemeClr val="tx1"/>
          </a:solidFill>
          <a:latin typeface="+mn-lt"/>
          <a:ea typeface="+mn-ea"/>
          <a:cs typeface="+mn-cs"/>
        </a:defRPr>
      </a:lvl7pPr>
      <a:lvl8pPr marL="10080300" algn="l" defTabSz="2880086" rtl="0" eaLnBrk="1" latinLnBrk="0" hangingPunct="1">
        <a:defRPr sz="5669" kern="1200">
          <a:solidFill>
            <a:schemeClr val="tx1"/>
          </a:solidFill>
          <a:latin typeface="+mn-lt"/>
          <a:ea typeface="+mn-ea"/>
          <a:cs typeface="+mn-cs"/>
        </a:defRPr>
      </a:lvl8pPr>
      <a:lvl9pPr marL="11520343" algn="l" defTabSz="2880086" rtl="0" eaLnBrk="1" latinLnBrk="0" hangingPunct="1">
        <a:defRPr sz="566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png"/><Relationship Id="rId17" Type="http://schemas.openxmlformats.org/officeDocument/2006/relationships/image" Target="../media/image16.svg"/><Relationship Id="rId2" Type="http://schemas.openxmlformats.org/officeDocument/2006/relationships/notesSlide" Target="../notesSlides/notesSlide1.xml"/><Relationship Id="rId16" Type="http://schemas.openxmlformats.org/officeDocument/2006/relationships/image" Target="../media/image15.png"/><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svg"/><Relationship Id="rId15" Type="http://schemas.openxmlformats.org/officeDocument/2006/relationships/image" Target="../media/image1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image" Target="../media/image1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D76EB0E-1E56-AD35-2A7C-5BDDDECAC0AC}"/>
              </a:ext>
            </a:extLst>
          </p:cNvPr>
          <p:cNvSpPr txBox="1"/>
          <p:nvPr/>
        </p:nvSpPr>
        <p:spPr>
          <a:xfrm>
            <a:off x="0" y="7685128"/>
            <a:ext cx="28800425" cy="2015936"/>
          </a:xfrm>
          <a:prstGeom prst="rect">
            <a:avLst/>
          </a:prstGeom>
          <a:noFill/>
        </p:spPr>
        <p:txBody>
          <a:bodyPr wrap="square" rtlCol="0">
            <a:spAutoFit/>
          </a:bodyPr>
          <a:lstStyle/>
          <a:p>
            <a:pPr algn="ctr"/>
            <a:r>
              <a:rPr lang="en-US" sz="4900" b="1" dirty="0">
                <a:solidFill>
                  <a:srgbClr val="502944"/>
                </a:solidFill>
                <a:latin typeface="Aptos" panose="020B0004020202020204" pitchFamily="34" charset="0"/>
              </a:rPr>
              <a:t>Development of Fine-tuning Multimodal Large Language Models for Diabetic Retinopathy Analysis</a:t>
            </a:r>
          </a:p>
          <a:p>
            <a:pPr algn="ctr"/>
            <a:endParaRPr lang="th-TH" sz="2800" dirty="0">
              <a:solidFill>
                <a:srgbClr val="502944"/>
              </a:solidFill>
              <a:latin typeface="Aptos" panose="020B0004020202020204" pitchFamily="34" charset="0"/>
            </a:endParaRPr>
          </a:p>
          <a:p>
            <a:pPr algn="ctr"/>
            <a:r>
              <a:rPr lang="en-US" sz="2800" b="1" dirty="0">
                <a:solidFill>
                  <a:srgbClr val="502944"/>
                </a:solidFill>
                <a:latin typeface="Aptos" panose="020B0004020202020204" pitchFamily="34" charset="0"/>
              </a:rPr>
              <a:t>Authors:</a:t>
            </a:r>
            <a:r>
              <a:rPr lang="th-TH" sz="2800" b="1" dirty="0">
                <a:solidFill>
                  <a:srgbClr val="502944"/>
                </a:solidFill>
                <a:latin typeface="Aptos" panose="020B0004020202020204" pitchFamily="34" charset="0"/>
              </a:rPr>
              <a:t> </a:t>
            </a:r>
            <a:r>
              <a:rPr lang="en-US" sz="2800" b="1" dirty="0">
                <a:solidFill>
                  <a:srgbClr val="502944"/>
                </a:solidFill>
                <a:latin typeface="Aptos" panose="020B0004020202020204" pitchFamily="34" charset="0"/>
              </a:rPr>
              <a:t>Asst. Prof. Dr. </a:t>
            </a:r>
            <a:r>
              <a:rPr lang="en-US" sz="2800" b="1" dirty="0" err="1">
                <a:solidFill>
                  <a:srgbClr val="502944"/>
                </a:solidFill>
                <a:latin typeface="Aptos" panose="020B0004020202020204" pitchFamily="34" charset="0"/>
              </a:rPr>
              <a:t>Ittipon</a:t>
            </a:r>
            <a:r>
              <a:rPr lang="en-US" sz="2800" b="1" dirty="0">
                <a:solidFill>
                  <a:srgbClr val="502944"/>
                </a:solidFill>
                <a:latin typeface="Aptos" panose="020B0004020202020204" pitchFamily="34" charset="0"/>
              </a:rPr>
              <a:t> Fongkaew¹</a:t>
            </a:r>
            <a:r>
              <a:rPr lang="th-TH" sz="2800" b="1" baseline="30000" dirty="0">
                <a:solidFill>
                  <a:srgbClr val="502944"/>
                </a:solidFill>
                <a:latin typeface="Aptos" panose="020B0004020202020204" pitchFamily="34" charset="0"/>
              </a:rPr>
              <a:t>*</a:t>
            </a:r>
            <a:r>
              <a:rPr lang="en-US" sz="2800" b="1" dirty="0">
                <a:solidFill>
                  <a:srgbClr val="502944"/>
                </a:solidFill>
                <a:latin typeface="Aptos" panose="020B0004020202020204" pitchFamily="34" charset="0"/>
              </a:rPr>
              <a:t>, Dr. </a:t>
            </a:r>
            <a:r>
              <a:rPr lang="en-US" sz="2800" b="1" dirty="0" err="1">
                <a:solidFill>
                  <a:srgbClr val="502944"/>
                </a:solidFill>
                <a:latin typeface="Aptos" panose="020B0004020202020204" pitchFamily="34" charset="0"/>
              </a:rPr>
              <a:t>Panithan</a:t>
            </a:r>
            <a:r>
              <a:rPr lang="en-US" sz="2800" b="1" dirty="0">
                <a:solidFill>
                  <a:srgbClr val="502944"/>
                </a:solidFill>
                <a:latin typeface="Aptos" panose="020B0004020202020204" pitchFamily="34" charset="0"/>
              </a:rPr>
              <a:t> Sriboriboon¹, Assoc. Prof. Dr. </a:t>
            </a:r>
            <a:r>
              <a:rPr lang="en-US" sz="2800" b="1" dirty="0" err="1">
                <a:solidFill>
                  <a:srgbClr val="502944"/>
                </a:solidFill>
                <a:latin typeface="Aptos" panose="020B0004020202020204" pitchFamily="34" charset="0"/>
              </a:rPr>
              <a:t>Panomsak</a:t>
            </a:r>
            <a:r>
              <a:rPr lang="en-US" sz="2800" b="1" dirty="0">
                <a:solidFill>
                  <a:srgbClr val="502944"/>
                </a:solidFill>
                <a:latin typeface="Aptos" panose="020B0004020202020204" pitchFamily="34" charset="0"/>
              </a:rPr>
              <a:t> Meemon¹, Dr. </a:t>
            </a:r>
            <a:r>
              <a:rPr lang="en-US" sz="2800" b="1" dirty="0" err="1">
                <a:solidFill>
                  <a:srgbClr val="502944"/>
                </a:solidFill>
                <a:latin typeface="Aptos" panose="020B0004020202020204" pitchFamily="34" charset="0"/>
              </a:rPr>
              <a:t>Juthaporn</a:t>
            </a:r>
            <a:r>
              <a:rPr lang="en-US" sz="2800" b="1" dirty="0">
                <a:solidFill>
                  <a:srgbClr val="502944"/>
                </a:solidFill>
                <a:latin typeface="Aptos" panose="020B0004020202020204" pitchFamily="34" charset="0"/>
              </a:rPr>
              <a:t> </a:t>
            </a:r>
            <a:r>
              <a:rPr lang="en-US" sz="2800" b="1" dirty="0" err="1">
                <a:solidFill>
                  <a:srgbClr val="502944"/>
                </a:solidFill>
                <a:latin typeface="Aptos" panose="020B0004020202020204" pitchFamily="34" charset="0"/>
              </a:rPr>
              <a:t>Assawachananont</a:t>
            </a:r>
            <a:r>
              <a:rPr lang="en-US" sz="2800" b="1" dirty="0">
                <a:solidFill>
                  <a:srgbClr val="502944"/>
                </a:solidFill>
                <a:latin typeface="Aptos" panose="020B0004020202020204" pitchFamily="34" charset="0"/>
              </a:rPr>
              <a:t>, M.D.²</a:t>
            </a:r>
            <a:endParaRPr lang="th-TH" sz="2800" b="1" dirty="0">
              <a:solidFill>
                <a:srgbClr val="502944"/>
              </a:solidFill>
              <a:latin typeface="Aptos" panose="020B0004020202020204" pitchFamily="34" charset="0"/>
            </a:endParaRPr>
          </a:p>
          <a:p>
            <a:pPr algn="ctr"/>
            <a:r>
              <a:rPr lang="en-US" sz="2000" b="1" dirty="0">
                <a:solidFill>
                  <a:srgbClr val="502944"/>
                </a:solidFill>
                <a:latin typeface="Aptos" panose="020B0004020202020204" pitchFamily="34" charset="0"/>
              </a:rPr>
              <a:t> ¹Suranaree University of Technology, ²Suranaree University of Technology Hospital</a:t>
            </a:r>
          </a:p>
        </p:txBody>
      </p:sp>
      <p:sp>
        <p:nvSpPr>
          <p:cNvPr id="8" name="TextBox 7">
            <a:extLst>
              <a:ext uri="{FF2B5EF4-FFF2-40B4-BE49-F238E27FC236}">
                <a16:creationId xmlns:a16="http://schemas.microsoft.com/office/drawing/2014/main" id="{0E9C3DDF-8E6E-6405-EC91-C6D183F45066}"/>
              </a:ext>
            </a:extLst>
          </p:cNvPr>
          <p:cNvSpPr txBox="1"/>
          <p:nvPr/>
        </p:nvSpPr>
        <p:spPr>
          <a:xfrm>
            <a:off x="650078" y="15385267"/>
            <a:ext cx="27500268" cy="2062103"/>
          </a:xfrm>
          <a:prstGeom prst="rect">
            <a:avLst/>
          </a:prstGeom>
          <a:noFill/>
        </p:spPr>
        <p:txBody>
          <a:bodyPr wrap="square">
            <a:spAutoFit/>
          </a:bodyPr>
          <a:lstStyle/>
          <a:p>
            <a:pPr>
              <a:buNone/>
            </a:pPr>
            <a:r>
              <a:rPr lang="en-US" sz="4800" b="1" dirty="0">
                <a:solidFill>
                  <a:srgbClr val="D35C5F"/>
                </a:solidFill>
                <a:latin typeface="Aptos" panose="020B0004020202020204" pitchFamily="34" charset="0"/>
              </a:rPr>
              <a:t>Phase I : Baseline Evaluation of General MLLMs</a:t>
            </a:r>
            <a:endParaRPr lang="en-US" sz="4800" dirty="0">
              <a:solidFill>
                <a:srgbClr val="D35C5F"/>
              </a:solidFill>
              <a:latin typeface="Aptos" panose="020B0004020202020204" pitchFamily="34" charset="0"/>
            </a:endParaRPr>
          </a:p>
          <a:p>
            <a:pPr algn="just">
              <a:buNone/>
            </a:pPr>
            <a:r>
              <a:rPr lang="en-US" sz="4000" dirty="0">
                <a:solidFill>
                  <a:schemeClr val="tx1">
                    <a:lumMod val="85000"/>
                    <a:lumOff val="15000"/>
                  </a:schemeClr>
                </a:solidFill>
                <a:latin typeface="Aptos" panose="020B0004020202020204" pitchFamily="34" charset="0"/>
              </a:rPr>
              <a:t>This initial phase evaluated the out-of-the-box performance of leading MLLMs on DR diagnosis, based on the </a:t>
            </a:r>
            <a:r>
              <a:rPr lang="th-TH" sz="4000" dirty="0">
                <a:solidFill>
                  <a:schemeClr val="tx1">
                    <a:lumMod val="85000"/>
                    <a:lumOff val="15000"/>
                  </a:schemeClr>
                </a:solidFill>
                <a:latin typeface="Aptos" panose="020B0004020202020204" pitchFamily="34" charset="0"/>
              </a:rPr>
              <a:t> </a:t>
            </a:r>
            <a:r>
              <a:rPr lang="en-US" sz="4000" dirty="0">
                <a:solidFill>
                  <a:schemeClr val="tx1">
                    <a:lumMod val="85000"/>
                    <a:lumOff val="15000"/>
                  </a:schemeClr>
                </a:solidFill>
                <a:latin typeface="Aptos" panose="020B0004020202020204" pitchFamily="34" charset="0"/>
              </a:rPr>
              <a:t>a quantitative evaluation</a:t>
            </a:r>
            <a:r>
              <a:rPr lang="th-TH" sz="4000" dirty="0">
                <a:solidFill>
                  <a:schemeClr val="tx1">
                    <a:lumMod val="85000"/>
                    <a:lumOff val="15000"/>
                  </a:schemeClr>
                </a:solidFill>
                <a:latin typeface="Aptos" panose="020B0004020202020204" pitchFamily="34" charset="0"/>
              </a:rPr>
              <a:t> </a:t>
            </a:r>
            <a:r>
              <a:rPr lang="en-US" sz="4000" dirty="0">
                <a:solidFill>
                  <a:schemeClr val="tx1">
                    <a:lumMod val="85000"/>
                    <a:lumOff val="15000"/>
                  </a:schemeClr>
                </a:solidFill>
                <a:latin typeface="Aptos" panose="020B0004020202020204" pitchFamily="34" charset="0"/>
              </a:rPr>
              <a:t>study "</a:t>
            </a:r>
            <a:r>
              <a:rPr lang="en-US" sz="4000" b="1" dirty="0">
                <a:latin typeface="Aptos" panose="020B0004020202020204" pitchFamily="34" charset="0"/>
              </a:rPr>
              <a:t>Can Multimodal Large Language Models Diagnose Diabetic Retinopathy from Fundus images? </a:t>
            </a:r>
            <a:r>
              <a:rPr lang="en-US" sz="4000" dirty="0">
                <a:solidFill>
                  <a:schemeClr val="tx1">
                    <a:lumMod val="85000"/>
                    <a:lumOff val="15000"/>
                  </a:schemeClr>
                </a:solidFill>
                <a:latin typeface="Aptos" panose="020B0004020202020204" pitchFamily="34" charset="0"/>
              </a:rPr>
              <a:t>".</a:t>
            </a:r>
          </a:p>
        </p:txBody>
      </p:sp>
      <p:sp>
        <p:nvSpPr>
          <p:cNvPr id="11" name="TextBox 10">
            <a:extLst>
              <a:ext uri="{FF2B5EF4-FFF2-40B4-BE49-F238E27FC236}">
                <a16:creationId xmlns:a16="http://schemas.microsoft.com/office/drawing/2014/main" id="{1225314E-0A04-3154-D89F-44F760BFCA21}"/>
              </a:ext>
            </a:extLst>
          </p:cNvPr>
          <p:cNvSpPr txBox="1"/>
          <p:nvPr/>
        </p:nvSpPr>
        <p:spPr>
          <a:xfrm>
            <a:off x="757235" y="10663814"/>
            <a:ext cx="27285954" cy="4401205"/>
          </a:xfrm>
          <a:prstGeom prst="rect">
            <a:avLst/>
          </a:prstGeom>
          <a:noFill/>
        </p:spPr>
        <p:txBody>
          <a:bodyPr wrap="square">
            <a:spAutoFit/>
          </a:bodyPr>
          <a:lstStyle/>
          <a:p>
            <a:pPr algn="just">
              <a:buNone/>
            </a:pPr>
            <a:r>
              <a:rPr lang="en-US" sz="4000" dirty="0">
                <a:solidFill>
                  <a:schemeClr val="tx1">
                    <a:lumMod val="65000"/>
                    <a:lumOff val="35000"/>
                  </a:schemeClr>
                </a:solidFill>
                <a:latin typeface="Aptos" panose="020B0004020202020204" pitchFamily="34" charset="0"/>
              </a:rPr>
              <a:t>Diabetic Retinopathy (DR) is a leading cause of blindness, affecting over 103 million people globally. In Thailand, only about 45.5% of the 3.6 million diabetic patients receive the necessary annual eye screenings, largely due to a shortage of ophthalmologists. While general-purpose Multimodal Large Language Models (MLLMs) like GPT-4o and Gemini show promise for image analysis, their reliability for clinical diagnosis is still uncertain. This research aims to first quantify the baseline performance of these general MLLMs and then develop a specialized, fine-tuned model using MED-Gemma to significantly improve diagnostic accuracy for DR, creating a reliable tool to support clinicians and expand screening accessibility.</a:t>
            </a:r>
          </a:p>
        </p:txBody>
      </p:sp>
      <p:sp>
        <p:nvSpPr>
          <p:cNvPr id="13" name="TextBox 12">
            <a:extLst>
              <a:ext uri="{FF2B5EF4-FFF2-40B4-BE49-F238E27FC236}">
                <a16:creationId xmlns:a16="http://schemas.microsoft.com/office/drawing/2014/main" id="{47EB00BF-351E-1916-F088-ED23FB5A0E4F}"/>
              </a:ext>
            </a:extLst>
          </p:cNvPr>
          <p:cNvSpPr txBox="1"/>
          <p:nvPr/>
        </p:nvSpPr>
        <p:spPr>
          <a:xfrm>
            <a:off x="1785935" y="9802769"/>
            <a:ext cx="14401800" cy="830997"/>
          </a:xfrm>
          <a:prstGeom prst="rect">
            <a:avLst/>
          </a:prstGeom>
          <a:noFill/>
        </p:spPr>
        <p:txBody>
          <a:bodyPr wrap="square">
            <a:spAutoFit/>
          </a:bodyPr>
          <a:lstStyle/>
          <a:p>
            <a:pPr>
              <a:buNone/>
            </a:pPr>
            <a:r>
              <a:rPr lang="en-US" sz="4800" b="1" dirty="0">
                <a:solidFill>
                  <a:schemeClr val="accent6">
                    <a:lumMod val="75000"/>
                  </a:schemeClr>
                </a:solidFill>
                <a:latin typeface="Aptos" panose="020B0004020202020204" pitchFamily="34" charset="0"/>
              </a:rPr>
              <a:t>Introduction</a:t>
            </a:r>
          </a:p>
        </p:txBody>
      </p:sp>
      <p:sp>
        <p:nvSpPr>
          <p:cNvPr id="16" name="TextBox 15">
            <a:extLst>
              <a:ext uri="{FF2B5EF4-FFF2-40B4-BE49-F238E27FC236}">
                <a16:creationId xmlns:a16="http://schemas.microsoft.com/office/drawing/2014/main" id="{01F612EF-0A86-2D8F-9DC0-2E7FCD9397A8}"/>
              </a:ext>
            </a:extLst>
          </p:cNvPr>
          <p:cNvSpPr txBox="1"/>
          <p:nvPr/>
        </p:nvSpPr>
        <p:spPr>
          <a:xfrm>
            <a:off x="521489" y="17729041"/>
            <a:ext cx="27500268" cy="3231654"/>
          </a:xfrm>
          <a:prstGeom prst="rect">
            <a:avLst/>
          </a:prstGeom>
          <a:noFill/>
        </p:spPr>
        <p:txBody>
          <a:bodyPr wrap="square">
            <a:spAutoFit/>
          </a:bodyPr>
          <a:lstStyle/>
          <a:p>
            <a:pPr algn="l">
              <a:buNone/>
            </a:pPr>
            <a:r>
              <a:rPr lang="en-US" sz="4400" b="1" dirty="0">
                <a:solidFill>
                  <a:srgbClr val="D35C5F"/>
                </a:solidFill>
                <a:effectLst/>
                <a:latin typeface="Aptos" panose="020B0004020202020204" pitchFamily="34" charset="0"/>
              </a:rPr>
              <a:t>Methods</a:t>
            </a:r>
          </a:p>
          <a:p>
            <a:pPr algn="l">
              <a:buNone/>
            </a:pPr>
            <a:r>
              <a:rPr lang="en-US" sz="4000" dirty="0">
                <a:solidFill>
                  <a:srgbClr val="374151"/>
                </a:solidFill>
                <a:effectLst/>
                <a:latin typeface="Aptos" panose="020B0004020202020204" pitchFamily="34" charset="0"/>
              </a:rPr>
              <a:t>Ultra-widefield fundus images from patients seen at the University of California, San Diego data base, were graded for DR severity by 3 retina specialists using the ETDRS classification system to establish ground truth. Four MLLMs (ChatGPT-4o, Claude 3.5 Sonnet, Google Gemini 1.5 Pro, and Perplexity Llama 3.1 Sonar/Default) were tested using 4 distinct prompts. These assessed multiple-choice disease diagnosis, binary disease classification, and disease severity.</a:t>
            </a:r>
          </a:p>
        </p:txBody>
      </p:sp>
      <p:sp>
        <p:nvSpPr>
          <p:cNvPr id="18" name="TextBox 17">
            <a:extLst>
              <a:ext uri="{FF2B5EF4-FFF2-40B4-BE49-F238E27FC236}">
                <a16:creationId xmlns:a16="http://schemas.microsoft.com/office/drawing/2014/main" id="{C5F62FD1-8E53-2441-2423-9376DF039941}"/>
              </a:ext>
            </a:extLst>
          </p:cNvPr>
          <p:cNvSpPr txBox="1"/>
          <p:nvPr/>
        </p:nvSpPr>
        <p:spPr>
          <a:xfrm>
            <a:off x="2091181" y="21300105"/>
            <a:ext cx="14401800" cy="1384995"/>
          </a:xfrm>
          <a:prstGeom prst="rect">
            <a:avLst/>
          </a:prstGeom>
          <a:noFill/>
        </p:spPr>
        <p:txBody>
          <a:bodyPr wrap="square">
            <a:spAutoFit/>
          </a:bodyPr>
          <a:lstStyle/>
          <a:p>
            <a:pPr algn="l">
              <a:buNone/>
            </a:pPr>
            <a:r>
              <a:rPr lang="en-US" sz="4400" b="1" dirty="0">
                <a:solidFill>
                  <a:srgbClr val="D35C5F"/>
                </a:solidFill>
                <a:effectLst/>
                <a:latin typeface="Aptos" panose="020B0004020202020204" pitchFamily="34" charset="0"/>
              </a:rPr>
              <a:t>Results: Highly Variable &amp; Unreliable</a:t>
            </a:r>
          </a:p>
          <a:p>
            <a:pPr algn="l">
              <a:buNone/>
            </a:pPr>
            <a:r>
              <a:rPr lang="en-US" sz="3600" dirty="0">
                <a:solidFill>
                  <a:srgbClr val="1F2937"/>
                </a:solidFill>
                <a:effectLst/>
                <a:latin typeface="Aptos" panose="020B0004020202020204" pitchFamily="34" charset="0"/>
              </a:rPr>
              <a:t>Cohort Ground Truth Disease Status &amp; Severity (n=309 Eyes</a:t>
            </a:r>
            <a:r>
              <a:rPr lang="en-US" sz="4000" dirty="0">
                <a:solidFill>
                  <a:srgbClr val="1F2937"/>
                </a:solidFill>
                <a:effectLst/>
                <a:latin typeface="Aptos" panose="020B0004020202020204" pitchFamily="34" charset="0"/>
              </a:rPr>
              <a:t>)</a:t>
            </a:r>
          </a:p>
        </p:txBody>
      </p:sp>
      <p:pic>
        <p:nvPicPr>
          <p:cNvPr id="19" name="Picture 18">
            <a:extLst>
              <a:ext uri="{FF2B5EF4-FFF2-40B4-BE49-F238E27FC236}">
                <a16:creationId xmlns:a16="http://schemas.microsoft.com/office/drawing/2014/main" id="{924503AA-3E2C-4BEA-4FC7-4F1F670B71D5}"/>
              </a:ext>
            </a:extLst>
          </p:cNvPr>
          <p:cNvPicPr>
            <a:picLocks noChangeAspect="1"/>
          </p:cNvPicPr>
          <p:nvPr/>
        </p:nvPicPr>
        <p:blipFill>
          <a:blip r:embed="rId3"/>
          <a:stretch>
            <a:fillRect/>
          </a:stretch>
        </p:blipFill>
        <p:spPr>
          <a:xfrm>
            <a:off x="551256" y="22675672"/>
            <a:ext cx="12615865" cy="7196971"/>
          </a:xfrm>
          <a:prstGeom prst="rect">
            <a:avLst/>
          </a:prstGeom>
        </p:spPr>
      </p:pic>
      <p:pic>
        <p:nvPicPr>
          <p:cNvPr id="21" name="Graphic 20" descr="Eye with solid fill">
            <a:extLst>
              <a:ext uri="{FF2B5EF4-FFF2-40B4-BE49-F238E27FC236}">
                <a16:creationId xmlns:a16="http://schemas.microsoft.com/office/drawing/2014/main" id="{9B6B9645-D368-86A6-459D-E8F2F830566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42272" y="9548920"/>
            <a:ext cx="1157943" cy="1157943"/>
          </a:xfrm>
          <a:prstGeom prst="rect">
            <a:avLst/>
          </a:prstGeom>
        </p:spPr>
      </p:pic>
      <p:pic>
        <p:nvPicPr>
          <p:cNvPr id="22" name="Picture 21">
            <a:extLst>
              <a:ext uri="{FF2B5EF4-FFF2-40B4-BE49-F238E27FC236}">
                <a16:creationId xmlns:a16="http://schemas.microsoft.com/office/drawing/2014/main" id="{17809D9F-5DAE-67C8-8080-C6B900A71399}"/>
              </a:ext>
            </a:extLst>
          </p:cNvPr>
          <p:cNvPicPr>
            <a:picLocks noChangeAspect="1"/>
          </p:cNvPicPr>
          <p:nvPr/>
        </p:nvPicPr>
        <p:blipFill>
          <a:blip r:embed="rId6"/>
          <a:stretch>
            <a:fillRect/>
          </a:stretch>
        </p:blipFill>
        <p:spPr>
          <a:xfrm>
            <a:off x="14190938" y="21154110"/>
            <a:ext cx="12863350" cy="9493249"/>
          </a:xfrm>
          <a:prstGeom prst="rect">
            <a:avLst/>
          </a:prstGeom>
        </p:spPr>
      </p:pic>
      <p:sp>
        <p:nvSpPr>
          <p:cNvPr id="25" name="Rounded Rectangle 24">
            <a:extLst>
              <a:ext uri="{FF2B5EF4-FFF2-40B4-BE49-F238E27FC236}">
                <a16:creationId xmlns:a16="http://schemas.microsoft.com/office/drawing/2014/main" id="{7387DC6A-CF2C-0EE8-AD1F-5CB63584C8C7}"/>
              </a:ext>
            </a:extLst>
          </p:cNvPr>
          <p:cNvSpPr/>
          <p:nvPr/>
        </p:nvSpPr>
        <p:spPr>
          <a:xfrm>
            <a:off x="757235" y="30719983"/>
            <a:ext cx="27028778" cy="3388654"/>
          </a:xfrm>
          <a:prstGeom prst="roundRect">
            <a:avLst/>
          </a:prstGeom>
          <a:solidFill>
            <a:srgbClr val="F0959D"/>
          </a:solidFill>
          <a:ln>
            <a:solidFill>
              <a:srgbClr val="F0959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3600" b="1" dirty="0">
                <a:solidFill>
                  <a:schemeClr val="tx1">
                    <a:lumMod val="75000"/>
                    <a:lumOff val="25000"/>
                  </a:schemeClr>
                </a:solidFill>
                <a:latin typeface="Aptos" panose="020B0004020202020204" pitchFamily="34" charset="0"/>
              </a:rPr>
              <a:t>Conclusion (Phase 1)</a:t>
            </a:r>
          </a:p>
          <a:p>
            <a:r>
              <a:rPr lang="en-US" sz="3600" dirty="0">
                <a:solidFill>
                  <a:schemeClr val="tx1">
                    <a:lumMod val="75000"/>
                    <a:lumOff val="25000"/>
                  </a:schemeClr>
                </a:solidFill>
                <a:latin typeface="Aptos" panose="020B0004020202020204" pitchFamily="34" charset="0"/>
              </a:rPr>
              <a:t>Results Summary: From 309 eyes, 70.2% had DR. For binary classification, ChatGPT had the highest accuracy (64.4%), but sensitivity was highly variable and low across models (4.2% to 53.9%), while specificity was high (87.0%-98.9%). For severity grading, accuracy was poor (highest 41.1% by Perplexity) with very low sensitivity.  While MLLMs show potential, their current diagnostic performance falls short of clinical standards for safe implementation in DR screening due to variability and low sensitivity.</a:t>
            </a:r>
          </a:p>
        </p:txBody>
      </p:sp>
      <p:sp>
        <p:nvSpPr>
          <p:cNvPr id="27" name="TextBox 26">
            <a:extLst>
              <a:ext uri="{FF2B5EF4-FFF2-40B4-BE49-F238E27FC236}">
                <a16:creationId xmlns:a16="http://schemas.microsoft.com/office/drawing/2014/main" id="{6185CD97-9154-72CB-0A31-79343162CF8A}"/>
              </a:ext>
            </a:extLst>
          </p:cNvPr>
          <p:cNvSpPr txBox="1"/>
          <p:nvPr/>
        </p:nvSpPr>
        <p:spPr>
          <a:xfrm>
            <a:off x="621782" y="34566745"/>
            <a:ext cx="14401800" cy="830997"/>
          </a:xfrm>
          <a:prstGeom prst="rect">
            <a:avLst/>
          </a:prstGeom>
          <a:noFill/>
        </p:spPr>
        <p:txBody>
          <a:bodyPr wrap="square">
            <a:spAutoFit/>
          </a:bodyPr>
          <a:lstStyle/>
          <a:p>
            <a:pPr algn="l">
              <a:buNone/>
            </a:pPr>
            <a:r>
              <a:rPr lang="en-US" sz="4800" b="1" i="0" dirty="0">
                <a:solidFill>
                  <a:srgbClr val="047857"/>
                </a:solidFill>
                <a:effectLst/>
                <a:latin typeface="Inter"/>
              </a:rPr>
              <a:t>Phase 2: Fine-Tuning with MED-Gemma model</a:t>
            </a:r>
          </a:p>
        </p:txBody>
      </p:sp>
      <p:sp>
        <p:nvSpPr>
          <p:cNvPr id="29" name="TextBox 28">
            <a:extLst>
              <a:ext uri="{FF2B5EF4-FFF2-40B4-BE49-F238E27FC236}">
                <a16:creationId xmlns:a16="http://schemas.microsoft.com/office/drawing/2014/main" id="{FFA2733A-820C-B51C-18E2-EB3BA9FF1BB5}"/>
              </a:ext>
            </a:extLst>
          </p:cNvPr>
          <p:cNvSpPr txBox="1"/>
          <p:nvPr/>
        </p:nvSpPr>
        <p:spPr>
          <a:xfrm>
            <a:off x="650078" y="35474776"/>
            <a:ext cx="26921621" cy="1323439"/>
          </a:xfrm>
          <a:prstGeom prst="rect">
            <a:avLst/>
          </a:prstGeom>
          <a:noFill/>
        </p:spPr>
        <p:txBody>
          <a:bodyPr wrap="square">
            <a:spAutoFit/>
          </a:bodyPr>
          <a:lstStyle/>
          <a:p>
            <a:r>
              <a:rPr lang="en-US" sz="4000" dirty="0">
                <a:solidFill>
                  <a:schemeClr val="tx1">
                    <a:lumMod val="85000"/>
                    <a:lumOff val="15000"/>
                  </a:schemeClr>
                </a:solidFill>
                <a:latin typeface="Aptos" panose="020B0004020202020204" pitchFamily="34" charset="0"/>
              </a:rPr>
              <a:t>To address the limitations identified in Phase 1, we fine-tuned Gemma, a state-of-the-art open model, using MED-Gemma, a version specialized for the medical domain.</a:t>
            </a:r>
            <a:endParaRPr lang="en-TH" sz="4000" dirty="0">
              <a:solidFill>
                <a:schemeClr val="tx1">
                  <a:lumMod val="85000"/>
                  <a:lumOff val="15000"/>
                </a:schemeClr>
              </a:solidFill>
              <a:latin typeface="Aptos" panose="020B0004020202020204" pitchFamily="34" charset="0"/>
            </a:endParaRPr>
          </a:p>
        </p:txBody>
      </p:sp>
      <p:sp>
        <p:nvSpPr>
          <p:cNvPr id="36" name="TextBox 35">
            <a:extLst>
              <a:ext uri="{FF2B5EF4-FFF2-40B4-BE49-F238E27FC236}">
                <a16:creationId xmlns:a16="http://schemas.microsoft.com/office/drawing/2014/main" id="{727FAA41-BDD7-4365-606D-492640403CE7}"/>
              </a:ext>
            </a:extLst>
          </p:cNvPr>
          <p:cNvSpPr txBox="1"/>
          <p:nvPr/>
        </p:nvSpPr>
        <p:spPr>
          <a:xfrm>
            <a:off x="6293726" y="41192502"/>
            <a:ext cx="14401800" cy="646331"/>
          </a:xfrm>
          <a:prstGeom prst="rect">
            <a:avLst/>
          </a:prstGeom>
          <a:noFill/>
        </p:spPr>
        <p:txBody>
          <a:bodyPr wrap="square">
            <a:spAutoFit/>
          </a:bodyPr>
          <a:lstStyle/>
          <a:p>
            <a:pPr algn="ctr">
              <a:buNone/>
            </a:pPr>
            <a:r>
              <a:rPr lang="en-US" sz="3600" b="1" dirty="0">
                <a:solidFill>
                  <a:schemeClr val="accent6">
                    <a:lumMod val="50000"/>
                  </a:schemeClr>
                </a:solidFill>
                <a:effectLst/>
                <a:latin typeface="Aptos" panose="020B0004020202020204" pitchFamily="34" charset="0"/>
              </a:rPr>
              <a:t>Results &amp; Improvement</a:t>
            </a:r>
          </a:p>
        </p:txBody>
      </p:sp>
      <p:pic>
        <p:nvPicPr>
          <p:cNvPr id="37" name="Picture 36">
            <a:extLst>
              <a:ext uri="{FF2B5EF4-FFF2-40B4-BE49-F238E27FC236}">
                <a16:creationId xmlns:a16="http://schemas.microsoft.com/office/drawing/2014/main" id="{8814E2C3-EB6D-5ECB-4B7C-451AC78F3E9B}"/>
              </a:ext>
            </a:extLst>
          </p:cNvPr>
          <p:cNvPicPr>
            <a:picLocks noChangeAspect="1"/>
          </p:cNvPicPr>
          <p:nvPr/>
        </p:nvPicPr>
        <p:blipFill>
          <a:blip r:embed="rId7"/>
          <a:stretch>
            <a:fillRect/>
          </a:stretch>
        </p:blipFill>
        <p:spPr>
          <a:xfrm>
            <a:off x="10798036" y="41734972"/>
            <a:ext cx="7955222" cy="6267751"/>
          </a:xfrm>
          <a:prstGeom prst="rect">
            <a:avLst/>
          </a:prstGeom>
        </p:spPr>
      </p:pic>
      <p:sp>
        <p:nvSpPr>
          <p:cNvPr id="39" name="TextBox 38">
            <a:extLst>
              <a:ext uri="{FF2B5EF4-FFF2-40B4-BE49-F238E27FC236}">
                <a16:creationId xmlns:a16="http://schemas.microsoft.com/office/drawing/2014/main" id="{3FF72979-B9BD-86C0-7C51-7DA6DD710482}"/>
              </a:ext>
            </a:extLst>
          </p:cNvPr>
          <p:cNvSpPr txBox="1"/>
          <p:nvPr/>
        </p:nvSpPr>
        <p:spPr>
          <a:xfrm>
            <a:off x="329928" y="47705183"/>
            <a:ext cx="30339512" cy="2062103"/>
          </a:xfrm>
          <a:prstGeom prst="rect">
            <a:avLst/>
          </a:prstGeom>
          <a:noFill/>
        </p:spPr>
        <p:txBody>
          <a:bodyPr wrap="square">
            <a:spAutoFit/>
          </a:bodyPr>
          <a:lstStyle/>
          <a:p>
            <a:pPr algn="l">
              <a:buNone/>
            </a:pPr>
            <a:r>
              <a:rPr lang="en-US" sz="3200" b="1" dirty="0">
                <a:solidFill>
                  <a:schemeClr val="accent6">
                    <a:lumMod val="50000"/>
                  </a:schemeClr>
                </a:solidFill>
                <a:effectLst/>
                <a:latin typeface="Aptos" panose="020B0004020202020204" pitchFamily="34" charset="0"/>
              </a:rPr>
              <a:t>Overall Conclusion &amp; Future Work</a:t>
            </a:r>
          </a:p>
          <a:p>
            <a:pPr algn="l">
              <a:buNone/>
            </a:pPr>
            <a:r>
              <a:rPr lang="en-US" sz="3200" dirty="0">
                <a:solidFill>
                  <a:srgbClr val="4B5563"/>
                </a:solidFill>
                <a:effectLst/>
                <a:latin typeface="Aptos" panose="020B0004020202020204" pitchFamily="34" charset="0"/>
              </a:rPr>
              <a:t>Specialized fine-tuning significantly improves MLLM performance, creating a path towards reliable AI-powered tools to assist in the fight against diabetic blindness.</a:t>
            </a:r>
          </a:p>
          <a:p>
            <a:pPr algn="l">
              <a:buNone/>
            </a:pPr>
            <a:r>
              <a:rPr lang="en-US" sz="3200" b="1" dirty="0">
                <a:solidFill>
                  <a:schemeClr val="accent6">
                    <a:lumMod val="50000"/>
                  </a:schemeClr>
                </a:solidFill>
                <a:effectLst/>
                <a:latin typeface="Aptos" panose="020B0004020202020204" pitchFamily="34" charset="0"/>
              </a:rPr>
              <a:t>Next Steps:</a:t>
            </a:r>
          </a:p>
          <a:p>
            <a:pPr algn="l"/>
            <a:r>
              <a:rPr lang="en-US" sz="3200" dirty="0">
                <a:solidFill>
                  <a:srgbClr val="374151"/>
                </a:solidFill>
                <a:effectLst/>
                <a:latin typeface="Aptos" panose="020B0004020202020204" pitchFamily="34" charset="0"/>
              </a:rPr>
              <a:t>Conduct larger-scale clinical validation</a:t>
            </a:r>
            <a:r>
              <a:rPr lang="en-US" sz="3200" dirty="0">
                <a:solidFill>
                  <a:srgbClr val="374151"/>
                </a:solidFill>
                <a:latin typeface="Aptos" panose="020B0004020202020204" pitchFamily="34" charset="0"/>
              </a:rPr>
              <a:t>  </a:t>
            </a:r>
            <a:r>
              <a:rPr lang="en-US" sz="3200" dirty="0">
                <a:solidFill>
                  <a:srgbClr val="374151"/>
                </a:solidFill>
                <a:effectLst/>
                <a:latin typeface="Aptos" panose="020B0004020202020204" pitchFamily="34" charset="0"/>
              </a:rPr>
              <a:t>and Integrate into telemedicine platforms for remote deployment.</a:t>
            </a:r>
          </a:p>
        </p:txBody>
      </p:sp>
      <p:sp>
        <p:nvSpPr>
          <p:cNvPr id="43" name="TextBox 42">
            <a:extLst>
              <a:ext uri="{FF2B5EF4-FFF2-40B4-BE49-F238E27FC236}">
                <a16:creationId xmlns:a16="http://schemas.microsoft.com/office/drawing/2014/main" id="{5D712C1C-79E0-E0D6-B29B-592D4514FC1B}"/>
              </a:ext>
            </a:extLst>
          </p:cNvPr>
          <p:cNvSpPr txBox="1"/>
          <p:nvPr/>
        </p:nvSpPr>
        <p:spPr>
          <a:xfrm>
            <a:off x="19906455" y="36938761"/>
            <a:ext cx="5118208" cy="707886"/>
          </a:xfrm>
          <a:prstGeom prst="rect">
            <a:avLst/>
          </a:prstGeom>
          <a:noFill/>
        </p:spPr>
        <p:txBody>
          <a:bodyPr wrap="square">
            <a:spAutoFit/>
          </a:bodyPr>
          <a:lstStyle/>
          <a:p>
            <a:pPr algn="l">
              <a:buNone/>
            </a:pPr>
            <a:r>
              <a:rPr lang="en-US" sz="4000" b="1" i="0" dirty="0">
                <a:solidFill>
                  <a:schemeClr val="accent6">
                    <a:lumMod val="50000"/>
                  </a:schemeClr>
                </a:solidFill>
                <a:effectLst/>
                <a:latin typeface="Inter"/>
              </a:rPr>
              <a:t>Application Prototype:</a:t>
            </a:r>
          </a:p>
        </p:txBody>
      </p:sp>
      <p:pic>
        <p:nvPicPr>
          <p:cNvPr id="48" name="Picture 47">
            <a:extLst>
              <a:ext uri="{FF2B5EF4-FFF2-40B4-BE49-F238E27FC236}">
                <a16:creationId xmlns:a16="http://schemas.microsoft.com/office/drawing/2014/main" id="{40C3D7F8-17B6-3590-B21E-FB72E30127D5}"/>
              </a:ext>
            </a:extLst>
          </p:cNvPr>
          <p:cNvPicPr>
            <a:picLocks noChangeAspect="1"/>
          </p:cNvPicPr>
          <p:nvPr/>
        </p:nvPicPr>
        <p:blipFill>
          <a:blip r:embed="rId8"/>
          <a:stretch>
            <a:fillRect/>
          </a:stretch>
        </p:blipFill>
        <p:spPr>
          <a:xfrm>
            <a:off x="19583666" y="37662440"/>
            <a:ext cx="8725643" cy="3530062"/>
          </a:xfrm>
          <a:prstGeom prst="rect">
            <a:avLst/>
          </a:prstGeom>
        </p:spPr>
      </p:pic>
      <p:pic>
        <p:nvPicPr>
          <p:cNvPr id="51" name="Picture 50">
            <a:extLst>
              <a:ext uri="{FF2B5EF4-FFF2-40B4-BE49-F238E27FC236}">
                <a16:creationId xmlns:a16="http://schemas.microsoft.com/office/drawing/2014/main" id="{06BA3143-3BF5-B865-CA6D-9F4822798B22}"/>
              </a:ext>
            </a:extLst>
          </p:cNvPr>
          <p:cNvPicPr>
            <a:picLocks noChangeAspect="1"/>
          </p:cNvPicPr>
          <p:nvPr/>
        </p:nvPicPr>
        <p:blipFill>
          <a:blip r:embed="rId9"/>
          <a:stretch>
            <a:fillRect/>
          </a:stretch>
        </p:blipFill>
        <p:spPr>
          <a:xfrm>
            <a:off x="19583666" y="45816831"/>
            <a:ext cx="7830767" cy="2062102"/>
          </a:xfrm>
          <a:prstGeom prst="rect">
            <a:avLst/>
          </a:prstGeom>
        </p:spPr>
      </p:pic>
      <p:pic>
        <p:nvPicPr>
          <p:cNvPr id="52" name="Picture 51">
            <a:extLst>
              <a:ext uri="{FF2B5EF4-FFF2-40B4-BE49-F238E27FC236}">
                <a16:creationId xmlns:a16="http://schemas.microsoft.com/office/drawing/2014/main" id="{635B5E50-2EC8-49F8-F2D5-94A5047E0A7D}"/>
              </a:ext>
            </a:extLst>
          </p:cNvPr>
          <p:cNvPicPr>
            <a:picLocks noChangeAspect="1"/>
          </p:cNvPicPr>
          <p:nvPr/>
        </p:nvPicPr>
        <p:blipFill>
          <a:blip r:embed="rId10"/>
          <a:stretch>
            <a:fillRect/>
          </a:stretch>
        </p:blipFill>
        <p:spPr>
          <a:xfrm>
            <a:off x="19825569" y="41422660"/>
            <a:ext cx="7228719" cy="4491414"/>
          </a:xfrm>
          <a:prstGeom prst="rect">
            <a:avLst/>
          </a:prstGeom>
        </p:spPr>
      </p:pic>
      <p:grpSp>
        <p:nvGrpSpPr>
          <p:cNvPr id="54" name="Group 53">
            <a:extLst>
              <a:ext uri="{FF2B5EF4-FFF2-40B4-BE49-F238E27FC236}">
                <a16:creationId xmlns:a16="http://schemas.microsoft.com/office/drawing/2014/main" id="{350597E5-3F34-D2F3-4642-20CFB9881DB4}"/>
              </a:ext>
            </a:extLst>
          </p:cNvPr>
          <p:cNvGrpSpPr/>
          <p:nvPr/>
        </p:nvGrpSpPr>
        <p:grpSpPr>
          <a:xfrm>
            <a:off x="267637" y="36890439"/>
            <a:ext cx="10433691" cy="10125021"/>
            <a:chOff x="264847" y="37667411"/>
            <a:chExt cx="10433691" cy="10125021"/>
          </a:xfrm>
        </p:grpSpPr>
        <p:pic>
          <p:nvPicPr>
            <p:cNvPr id="46" name="Picture 45" descr="A diagram of a process&#10;&#10;AI-generated content may be incorrect.">
              <a:extLst>
                <a:ext uri="{FF2B5EF4-FFF2-40B4-BE49-F238E27FC236}">
                  <a16:creationId xmlns:a16="http://schemas.microsoft.com/office/drawing/2014/main" id="{434F9075-4DEB-23EB-45B3-59D6718020C6}"/>
                </a:ext>
              </a:extLst>
            </p:cNvPr>
            <p:cNvPicPr>
              <a:picLocks noChangeAspect="1"/>
            </p:cNvPicPr>
            <p:nvPr/>
          </p:nvPicPr>
          <p:blipFill>
            <a:blip r:embed="rId11">
              <a:extLst>
                <a:ext uri="{28A0092B-C50C-407E-A947-70E740481C1C}">
                  <a14:useLocalDpi xmlns:a14="http://schemas.microsoft.com/office/drawing/2010/main" val="0"/>
                </a:ext>
              </a:extLst>
            </a:blip>
            <a:srcRect l="2507" t="3592" r="3360" b="5059"/>
            <a:stretch>
              <a:fillRect/>
            </a:stretch>
          </p:blipFill>
          <p:spPr>
            <a:xfrm>
              <a:off x="264847" y="37667411"/>
              <a:ext cx="10433691" cy="10125021"/>
            </a:xfrm>
            <a:prstGeom prst="rect">
              <a:avLst/>
            </a:prstGeom>
          </p:spPr>
        </p:pic>
        <p:pic>
          <p:nvPicPr>
            <p:cNvPr id="53" name="Picture 52">
              <a:extLst>
                <a:ext uri="{FF2B5EF4-FFF2-40B4-BE49-F238E27FC236}">
                  <a16:creationId xmlns:a16="http://schemas.microsoft.com/office/drawing/2014/main" id="{0BE63A8C-B730-F220-CAE8-CF1E92E3ED86}"/>
                </a:ext>
              </a:extLst>
            </p:cNvPr>
            <p:cNvPicPr>
              <a:picLocks noChangeAspect="1"/>
            </p:cNvPicPr>
            <p:nvPr/>
          </p:nvPicPr>
          <p:blipFill>
            <a:blip r:embed="rId12"/>
            <a:stretch>
              <a:fillRect/>
            </a:stretch>
          </p:blipFill>
          <p:spPr>
            <a:xfrm>
              <a:off x="3173205" y="41903405"/>
              <a:ext cx="2241581" cy="726146"/>
            </a:xfrm>
            <a:prstGeom prst="rect">
              <a:avLst/>
            </a:prstGeom>
          </p:spPr>
        </p:pic>
      </p:grpSp>
      <p:pic>
        <p:nvPicPr>
          <p:cNvPr id="58" name="Graphic 57" descr="Artificial Intelligence outline">
            <a:extLst>
              <a:ext uri="{FF2B5EF4-FFF2-40B4-BE49-F238E27FC236}">
                <a16:creationId xmlns:a16="http://schemas.microsoft.com/office/drawing/2014/main" id="{6F6F62EA-50A6-41B8-7B23-76E0840D39EB}"/>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3769990" y="14760472"/>
            <a:ext cx="1253592" cy="1253592"/>
          </a:xfrm>
          <a:prstGeom prst="rect">
            <a:avLst/>
          </a:prstGeom>
        </p:spPr>
      </p:pic>
      <p:pic>
        <p:nvPicPr>
          <p:cNvPr id="59" name="Picture 58" descr="MedGemma: Our most capable open models for health AI development">
            <a:extLst>
              <a:ext uri="{FF2B5EF4-FFF2-40B4-BE49-F238E27FC236}">
                <a16:creationId xmlns:a16="http://schemas.microsoft.com/office/drawing/2014/main" id="{7463367A-76AE-1722-0D82-67C5DD4BD1AD}"/>
              </a:ext>
            </a:extLst>
          </p:cNvPr>
          <p:cNvPicPr>
            <a:picLocks noChangeAspect="1"/>
          </p:cNvPicPr>
          <p:nvPr/>
        </p:nvPicPr>
        <p:blipFill>
          <a:blip r:embed="rId15"/>
          <a:stretch>
            <a:fillRect/>
          </a:stretch>
        </p:blipFill>
        <p:spPr>
          <a:xfrm>
            <a:off x="10628175" y="36958258"/>
            <a:ext cx="7988033" cy="4175563"/>
          </a:xfrm>
          <a:prstGeom prst="rect">
            <a:avLst/>
          </a:prstGeom>
        </p:spPr>
      </p:pic>
      <p:pic>
        <p:nvPicPr>
          <p:cNvPr id="61" name="Graphic 60" descr="Bar chart outline">
            <a:extLst>
              <a:ext uri="{FF2B5EF4-FFF2-40B4-BE49-F238E27FC236}">
                <a16:creationId xmlns:a16="http://schemas.microsoft.com/office/drawing/2014/main" id="{C0481D5E-9862-ECB0-1FBC-7E054E9A2C43}"/>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521489" y="21345957"/>
            <a:ext cx="1752572" cy="1473716"/>
          </a:xfrm>
          <a:prstGeom prst="rect">
            <a:avLst/>
          </a:prstGeom>
        </p:spPr>
      </p:pic>
    </p:spTree>
    <p:extLst>
      <p:ext uri="{BB962C8B-B14F-4D97-AF65-F5344CB8AC3E}">
        <p14:creationId xmlns:p14="http://schemas.microsoft.com/office/powerpoint/2010/main" val="298339176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229</TotalTime>
  <Words>505</Words>
  <Application>Microsoft Macintosh PowerPoint</Application>
  <PresentationFormat>Custom</PresentationFormat>
  <Paragraphs>23</Paragraphs>
  <Slides>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Aptos</vt:lpstr>
      <vt:lpstr>Arial</vt:lpstr>
      <vt:lpstr>Calibri</vt:lpstr>
      <vt:lpstr>Calibri Light</vt:lpstr>
      <vt:lpstr>Inter</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Jirapha Wijakprasert</dc:creator>
  <cp:lastModifiedBy>ITTIPON FONGKAEW</cp:lastModifiedBy>
  <cp:revision>11</cp:revision>
  <dcterms:created xsi:type="dcterms:W3CDTF">2024-01-25T06:51:48Z</dcterms:created>
  <dcterms:modified xsi:type="dcterms:W3CDTF">2025-10-09T21:39:09Z</dcterms:modified>
</cp:coreProperties>
</file>