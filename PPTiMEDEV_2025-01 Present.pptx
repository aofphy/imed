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3" autoAdjust="0"/>
    <p:restoredTop sz="94660"/>
  </p:normalViewPr>
  <p:slideViewPr>
    <p:cSldViewPr snapToGrid="0">
      <p:cViewPr>
        <p:scale>
          <a:sx n="150" d="100"/>
          <a:sy n="150" d="100"/>
        </p:scale>
        <p:origin x="12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7760-C830-4644-A2C1-0A5516A482D5}" type="datetimeFigureOut">
              <a:rPr lang="th-TH" smtClean="0"/>
              <a:t>29/10/68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614D-2D34-46E9-B3DA-E7F18F38F80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6143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7760-C830-4644-A2C1-0A5516A482D5}" type="datetimeFigureOut">
              <a:rPr lang="th-TH" smtClean="0"/>
              <a:t>29/10/68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614D-2D34-46E9-B3DA-E7F18F38F80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6148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7760-C830-4644-A2C1-0A5516A482D5}" type="datetimeFigureOut">
              <a:rPr lang="th-TH" smtClean="0"/>
              <a:t>29/10/68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614D-2D34-46E9-B3DA-E7F18F38F80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99860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7760-C830-4644-A2C1-0A5516A482D5}" type="datetimeFigureOut">
              <a:rPr lang="th-TH" smtClean="0"/>
              <a:t>29/10/68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614D-2D34-46E9-B3DA-E7F18F38F80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00720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7760-C830-4644-A2C1-0A5516A482D5}" type="datetimeFigureOut">
              <a:rPr lang="th-TH" smtClean="0"/>
              <a:t>29/10/68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614D-2D34-46E9-B3DA-E7F18F38F80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03829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7760-C830-4644-A2C1-0A5516A482D5}" type="datetimeFigureOut">
              <a:rPr lang="th-TH" smtClean="0"/>
              <a:t>29/10/68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614D-2D34-46E9-B3DA-E7F18F38F80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07736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7760-C830-4644-A2C1-0A5516A482D5}" type="datetimeFigureOut">
              <a:rPr lang="th-TH" smtClean="0"/>
              <a:t>29/10/68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614D-2D34-46E9-B3DA-E7F18F38F80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12068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7760-C830-4644-A2C1-0A5516A482D5}" type="datetimeFigureOut">
              <a:rPr lang="th-TH" smtClean="0"/>
              <a:t>29/10/68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614D-2D34-46E9-B3DA-E7F18F38F80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96372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7760-C830-4644-A2C1-0A5516A482D5}" type="datetimeFigureOut">
              <a:rPr lang="th-TH" smtClean="0"/>
              <a:t>29/10/68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614D-2D34-46E9-B3DA-E7F18F38F80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8164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7760-C830-4644-A2C1-0A5516A482D5}" type="datetimeFigureOut">
              <a:rPr lang="th-TH" smtClean="0"/>
              <a:t>29/10/68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614D-2D34-46E9-B3DA-E7F18F38F80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90214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7760-C830-4644-A2C1-0A5516A482D5}" type="datetimeFigureOut">
              <a:rPr lang="th-TH" smtClean="0"/>
              <a:t>29/10/68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614D-2D34-46E9-B3DA-E7F18F38F80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8421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B7760-C830-4644-A2C1-0A5516A482D5}" type="datetimeFigureOut">
              <a:rPr lang="th-TH" smtClean="0"/>
              <a:t>29/10/68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2614D-2D34-46E9-B3DA-E7F18F38F80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527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6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DDC4DD-F9C4-D5ED-77B6-24AD37F02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7400" y="1763550"/>
            <a:ext cx="10376136" cy="10558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826C16-C3B6-6F7A-8E89-DFD28F103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56494"/>
            <a:ext cx="7772400" cy="23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153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1918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0</Words>
  <Application>Microsoft Macintosh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Jirapha Wijakprasert</dc:creator>
  <cp:lastModifiedBy>ITTIPON FONGKAEW</cp:lastModifiedBy>
  <cp:revision>2</cp:revision>
  <dcterms:created xsi:type="dcterms:W3CDTF">2025-09-12T07:26:13Z</dcterms:created>
  <dcterms:modified xsi:type="dcterms:W3CDTF">2025-10-29T08:43:16Z</dcterms:modified>
</cp:coreProperties>
</file>